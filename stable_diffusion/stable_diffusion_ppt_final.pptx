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84" r:id="rId3"/>
    <p:sldId id="294" r:id="rId4"/>
    <p:sldId id="260" r:id="rId5"/>
    <p:sldId id="287" r:id="rId6"/>
    <p:sldId id="289" r:id="rId7"/>
    <p:sldId id="292" r:id="rId8"/>
    <p:sldId id="293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1" r:id="rId3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78" d="100"/>
          <a:sy n="78" d="100"/>
        </p:scale>
        <p:origin x="86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sh Gupta" userId="af953cfd8e40670e" providerId="LiveId" clId="{C9127372-4AEE-4F7D-B4EE-5AA7EA678FCB}"/>
    <pc:docChg chg="modSld">
      <pc:chgData name="Kush Gupta" userId="af953cfd8e40670e" providerId="LiveId" clId="{C9127372-4AEE-4F7D-B4EE-5AA7EA678FCB}" dt="2025-10-16T21:19:17.547" v="1" actId="1035"/>
      <pc:docMkLst>
        <pc:docMk/>
      </pc:docMkLst>
      <pc:sldChg chg="modSp mod">
        <pc:chgData name="Kush Gupta" userId="af953cfd8e40670e" providerId="LiveId" clId="{C9127372-4AEE-4F7D-B4EE-5AA7EA678FCB}" dt="2025-10-16T21:19:17.547" v="1" actId="1035"/>
        <pc:sldMkLst>
          <pc:docMk/>
          <pc:sldMk cId="0" sldId="264"/>
        </pc:sldMkLst>
        <pc:grpChg chg="mod">
          <ac:chgData name="Kush Gupta" userId="af953cfd8e40670e" providerId="LiveId" clId="{C9127372-4AEE-4F7D-B4EE-5AA7EA678FCB}" dt="2025-10-16T21:19:17.547" v="1" actId="1035"/>
          <ac:grpSpMkLst>
            <pc:docMk/>
            <pc:sldMk cId="0" sldId="264"/>
            <ac:grpSpMk id="2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1B4A9-9E3F-4FC1-9747-A5CD1A4A3EB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E1CBB-92D3-4D81-A2A3-0460F3A66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598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8236" y="299465"/>
            <a:ext cx="647255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IIITU-HP-India-Review-2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EA4A6-B0CB-4AFF-A9EC-2EA2DA893F2B}" type="datetime1">
              <a:rPr lang="en-IN" smtClean="0"/>
              <a:t>17-10-2025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IIITU-HP-India-Review-2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44474-E3BB-4380-9B1E-B6C5563FAB58}" type="datetime1">
              <a:rPr lang="en-IN" smtClean="0"/>
              <a:t>17-10-2025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8236" y="1714881"/>
            <a:ext cx="4756785" cy="3653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IIITU-HP-India-Review-2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47EF9-2C8F-4E7D-8C44-A260A3D69A24}" type="datetime1">
              <a:rPr lang="en-IN" smtClean="0"/>
              <a:t>17-10-2025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IIITU-HP-India-Review-2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F108F-D009-4CFB-8606-7DCF65B079DC}" type="datetime1">
              <a:rPr lang="en-IN" smtClean="0"/>
              <a:t>17-10-2025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IIITU-HP-India-Review-2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9FE00-A6C8-4AA7-973C-FDA93E278CEE}" type="datetime1">
              <a:rPr lang="en-IN" smtClean="0"/>
              <a:t>17-10-2025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40E487-7970-451B-8DE5-1D8F78600F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4077" y="4492039"/>
            <a:ext cx="8652973" cy="36512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/>
            <a:r>
              <a:rPr lang="en-IN" sz="2400" kern="0" dirty="0">
                <a:solidFill>
                  <a:srgbClr val="002060"/>
                </a:solidFill>
              </a:rPr>
              <a:t>Title of the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B1905-1115-43CA-8546-A83D8DE81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7CF6-FA8C-47AE-80F6-768CEEAA1CD6}" type="datetime1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11E54-BF98-4DF7-BD00-BB0ED23B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IIITU-HP-India-Review-2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143D4-A415-47A4-855F-CBDBCC89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1ACFAB-6C7A-4CC4-9DD7-C1C04862FB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858" y="1618597"/>
            <a:ext cx="2398895" cy="2380835"/>
          </a:xfrm>
          <a:prstGeom prst="rect">
            <a:avLst/>
          </a:prstGeom>
        </p:spPr>
      </p:pic>
      <p:sp>
        <p:nvSpPr>
          <p:cNvPr id="8" name="Title 8">
            <a:extLst>
              <a:ext uri="{FF2B5EF4-FFF2-40B4-BE49-F238E27FC236}">
                <a16:creationId xmlns:a16="http://schemas.microsoft.com/office/drawing/2014/main" id="{2D2837DC-FAE3-49A4-90DB-5640B2334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3025" y="568074"/>
            <a:ext cx="9848850" cy="696704"/>
          </a:xfrm>
        </p:spPr>
        <p:txBody>
          <a:bodyPr>
            <a:noAutofit/>
          </a:bodyPr>
          <a:lstStyle>
            <a:lvl1pPr>
              <a:defRPr sz="4400" b="1">
                <a:latin typeface="+mn-lt"/>
              </a:defRPr>
            </a:lvl1pPr>
          </a:lstStyle>
          <a:p>
            <a:pPr algn="ctr"/>
            <a:r>
              <a:rPr lang="en-IN" sz="3200" dirty="0">
                <a:solidFill>
                  <a:schemeClr val="tx1"/>
                </a:solidFill>
              </a:rPr>
              <a:t>  Indian Institute of Information Technology Una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9949E48-D69F-4D92-B39E-F19683746FD2}"/>
              </a:ext>
            </a:extLst>
          </p:cNvPr>
          <p:cNvSpPr txBox="1">
            <a:spLocks/>
          </p:cNvSpPr>
          <p:nvPr/>
        </p:nvSpPr>
        <p:spPr>
          <a:xfrm>
            <a:off x="1974077" y="5115933"/>
            <a:ext cx="8652973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kern="0" dirty="0">
                <a:solidFill>
                  <a:schemeClr val="tx1"/>
                </a:solidFill>
              </a:rPr>
              <a:t>By: XYZ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C24477-D516-8F9A-8D48-8B14BA0411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858" y="1618597"/>
            <a:ext cx="2398895" cy="238083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1032DE8-06F4-CB9D-A6D6-55E405AB15BB}"/>
              </a:ext>
            </a:extLst>
          </p:cNvPr>
          <p:cNvSpPr txBox="1">
            <a:spLocks/>
          </p:cNvSpPr>
          <p:nvPr userDrawn="1"/>
        </p:nvSpPr>
        <p:spPr>
          <a:xfrm>
            <a:off x="1974077" y="5115933"/>
            <a:ext cx="8652973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kern="0" dirty="0">
                <a:solidFill>
                  <a:schemeClr val="tx1"/>
                </a:solidFill>
              </a:rPr>
              <a:t>By: XYZ </a:t>
            </a:r>
          </a:p>
        </p:txBody>
      </p:sp>
    </p:spTree>
    <p:extLst>
      <p:ext uri="{BB962C8B-B14F-4D97-AF65-F5344CB8AC3E}">
        <p14:creationId xmlns:p14="http://schemas.microsoft.com/office/powerpoint/2010/main" val="305349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E994-1340-4229-8829-74A541D8B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35931"/>
            <a:ext cx="10515600" cy="282654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5FC45-85CA-4513-8811-87F927CE0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6D589-F9C4-48B8-A759-2100DB35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BBCF-846D-4006-9B1F-DFD8A90EA872}" type="datetime1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62A6-B057-424B-A563-D5D5C77A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5DC16-4588-482D-8864-3C6ACD09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A5EA32-7719-4B7C-9791-E221BC1791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75E3A5-D598-8BEB-AEC5-E5BE31B32C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15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236" y="299465"/>
            <a:ext cx="10060305" cy="1164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569" y="1913585"/>
            <a:ext cx="9618980" cy="2541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IIITU-HP-India-Review-2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19B45-33CC-468E-B033-E9F50E42914C}" type="datetime1">
              <a:rPr lang="en-IN" smtClean="0"/>
              <a:t>17-10-2025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github.com/Stability-AI/stablediffus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jp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3" Type="http://schemas.openxmlformats.org/officeDocument/2006/relationships/image" Target="../media/image39.jpg"/><Relationship Id="rId7" Type="http://schemas.openxmlformats.org/officeDocument/2006/relationships/image" Target="../media/image44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11" Type="http://schemas.openxmlformats.org/officeDocument/2006/relationships/image" Target="../media/image48.jpg"/><Relationship Id="rId5" Type="http://schemas.openxmlformats.org/officeDocument/2006/relationships/image" Target="../media/image42.jpg"/><Relationship Id="rId10" Type="http://schemas.openxmlformats.org/officeDocument/2006/relationships/image" Target="../media/image47.jpg"/><Relationship Id="rId4" Type="http://schemas.openxmlformats.org/officeDocument/2006/relationships/image" Target="../media/image38.jpg"/><Relationship Id="rId9" Type="http://schemas.openxmlformats.org/officeDocument/2006/relationships/image" Target="../media/image46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3" Type="http://schemas.openxmlformats.org/officeDocument/2006/relationships/image" Target="../media/image39.jpg"/><Relationship Id="rId7" Type="http://schemas.openxmlformats.org/officeDocument/2006/relationships/image" Target="../media/image44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11" Type="http://schemas.openxmlformats.org/officeDocument/2006/relationships/image" Target="../media/image48.jpg"/><Relationship Id="rId5" Type="http://schemas.openxmlformats.org/officeDocument/2006/relationships/image" Target="../media/image42.jpg"/><Relationship Id="rId10" Type="http://schemas.openxmlformats.org/officeDocument/2006/relationships/image" Target="../media/image47.jpg"/><Relationship Id="rId4" Type="http://schemas.openxmlformats.org/officeDocument/2006/relationships/image" Target="../media/image38.jpg"/><Relationship Id="rId9" Type="http://schemas.openxmlformats.org/officeDocument/2006/relationships/image" Target="../media/image4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g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53.png"/><Relationship Id="rId10" Type="http://schemas.openxmlformats.org/officeDocument/2006/relationships/image" Target="../media/image56.jpg"/><Relationship Id="rId4" Type="http://schemas.openxmlformats.org/officeDocument/2006/relationships/image" Target="../media/image52.png"/><Relationship Id="rId9" Type="http://schemas.openxmlformats.org/officeDocument/2006/relationships/image" Target="../media/image55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g"/><Relationship Id="rId3" Type="http://schemas.openxmlformats.org/officeDocument/2006/relationships/image" Target="../media/image57.png"/><Relationship Id="rId7" Type="http://schemas.openxmlformats.org/officeDocument/2006/relationships/image" Target="../media/image51.png"/><Relationship Id="rId12" Type="http://schemas.openxmlformats.org/officeDocument/2006/relationships/image" Target="../media/image61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6.jpg"/><Relationship Id="rId5" Type="http://schemas.openxmlformats.org/officeDocument/2006/relationships/image" Target="../media/image53.png"/><Relationship Id="rId10" Type="http://schemas.openxmlformats.org/officeDocument/2006/relationships/image" Target="../media/image54.jpg"/><Relationship Id="rId4" Type="http://schemas.openxmlformats.org/officeDocument/2006/relationships/image" Target="../media/image58.png"/><Relationship Id="rId9" Type="http://schemas.openxmlformats.org/officeDocument/2006/relationships/image" Target="../media/image60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AE1CA79-8071-4F45-B527-911C10C89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4527" y="4453938"/>
            <a:ext cx="8827273" cy="470487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/>
              <a:t>Text-to-Image Generation using Stable Diffusion </a:t>
            </a:r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9922CA-484D-4EFD-B5A0-05963686A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916B-C9DC-4C7E-A52D-03BDBB671987}" type="datetime1">
              <a:rPr lang="en-IN" smtClean="0"/>
              <a:t>17-10-2025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847EA9-9D68-4ECD-A47D-E2EC0153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IN"/>
              <a:t>IIITU-HP-India-Review-2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1B6433-07C5-4ACE-A520-03603B0D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1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C9758F-519C-4CE2-B7B8-B716AAAB0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80912"/>
            <a:ext cx="11087100" cy="957338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Indian Institute of Information Technology Una</a:t>
            </a:r>
            <a:endParaRPr lang="en-IN" sz="3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1DEC1E-D2B3-2C73-CA05-5E9EF5750778}"/>
              </a:ext>
            </a:extLst>
          </p:cNvPr>
          <p:cNvSpPr/>
          <p:nvPr/>
        </p:nvSpPr>
        <p:spPr>
          <a:xfrm>
            <a:off x="4145280" y="4924425"/>
            <a:ext cx="4084320" cy="942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By – Kavin Moudgil (23329)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  Kush Gupta (23134)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        Mirat Parmar (23345)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54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484B-0829-4943-AB10-04D2CE62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36" y="299465"/>
            <a:ext cx="10060305" cy="677108"/>
          </a:xfrm>
        </p:spPr>
        <p:txBody>
          <a:bodyPr/>
          <a:lstStyle/>
          <a:p>
            <a:r>
              <a:rPr lang="en-US" dirty="0">
                <a:latin typeface="+mn-lt"/>
              </a:rPr>
              <a:t>Outline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728DF-EDF3-46EC-8C73-4F7AF757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BF39FB-A23A-42B5-A3E1-81372F53A3C3}" type="datetime1">
              <a:rPr lang="en-IN" smtClean="0"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546FF-8049-4C66-BAA4-B6124165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IIITU-HP-India-Review-2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B4E52-46DE-484D-B2B8-5B7BD4CF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4903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6EA003-ED41-46D8-B4B7-82D37B4645E4}" type="slidenum">
              <a:rPr lang="en-IN" smtClean="0"/>
              <a:pPr/>
              <a:t>2</a:t>
            </a:fld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2E6899-A534-4240-B2E6-979458D88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829879"/>
              </p:ext>
            </p:extLst>
          </p:nvPr>
        </p:nvGraphicFramePr>
        <p:xfrm>
          <a:off x="1908174" y="1736194"/>
          <a:ext cx="7426326" cy="33107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13163">
                  <a:extLst>
                    <a:ext uri="{9D8B030D-6E8A-4147-A177-3AD203B41FA5}">
                      <a16:colId xmlns:a16="http://schemas.microsoft.com/office/drawing/2014/main" val="843528680"/>
                    </a:ext>
                  </a:extLst>
                </a:gridCol>
                <a:gridCol w="3713163">
                  <a:extLst>
                    <a:ext uri="{9D8B030D-6E8A-4147-A177-3AD203B41FA5}">
                      <a16:colId xmlns:a16="http://schemas.microsoft.com/office/drawing/2014/main" val="2337724837"/>
                    </a:ext>
                  </a:extLst>
                </a:gridCol>
              </a:tblGrid>
              <a:tr h="1368956">
                <a:tc>
                  <a:txBody>
                    <a:bodyPr/>
                    <a:lstStyle/>
                    <a:p>
                      <a:endParaRPr lang="en-IN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0618586"/>
                  </a:ext>
                </a:extLst>
              </a:tr>
              <a:tr h="1941778">
                <a:tc>
                  <a:txBody>
                    <a:bodyPr/>
                    <a:lstStyle/>
                    <a:p>
                      <a:endParaRPr lang="en-IN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1205909"/>
                  </a:ext>
                </a:extLst>
              </a:tr>
            </a:tbl>
          </a:graphicData>
        </a:graphic>
      </p:graphicFrame>
      <p:sp>
        <p:nvSpPr>
          <p:cNvPr id="21" name="object 6">
            <a:extLst>
              <a:ext uri="{FF2B5EF4-FFF2-40B4-BE49-F238E27FC236}">
                <a16:creationId xmlns:a16="http://schemas.microsoft.com/office/drawing/2014/main" id="{CCEBFCE6-4929-491F-A365-F9E4D04A3AED}"/>
              </a:ext>
            </a:extLst>
          </p:cNvPr>
          <p:cNvSpPr txBox="1"/>
          <p:nvPr/>
        </p:nvSpPr>
        <p:spPr>
          <a:xfrm>
            <a:off x="3011487" y="2022049"/>
            <a:ext cx="2500968" cy="6052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IN" sz="2000" b="1" spc="-45" dirty="0">
                <a:latin typeface="+mj-lt"/>
              </a:rPr>
              <a:t>What is Stable Diffusion?</a:t>
            </a:r>
            <a:endParaRPr sz="2000" b="1" dirty="0">
              <a:solidFill>
                <a:prstClr val="black"/>
              </a:solidFill>
              <a:latin typeface="+mj-lt"/>
              <a:cs typeface="Calibri"/>
            </a:endParaRPr>
          </a:p>
        </p:txBody>
      </p:sp>
      <p:sp>
        <p:nvSpPr>
          <p:cNvPr id="23" name="object 13">
            <a:extLst>
              <a:ext uri="{FF2B5EF4-FFF2-40B4-BE49-F238E27FC236}">
                <a16:creationId xmlns:a16="http://schemas.microsoft.com/office/drawing/2014/main" id="{2514CD1F-DBF7-4994-9D70-C25A6FFFC2C8}"/>
              </a:ext>
            </a:extLst>
          </p:cNvPr>
          <p:cNvSpPr/>
          <p:nvPr/>
        </p:nvSpPr>
        <p:spPr>
          <a:xfrm>
            <a:off x="3011487" y="2029668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7A525DEA-62DF-471D-9E7A-291F2F5155E2}"/>
              </a:ext>
            </a:extLst>
          </p:cNvPr>
          <p:cNvSpPr txBox="1"/>
          <p:nvPr/>
        </p:nvSpPr>
        <p:spPr>
          <a:xfrm>
            <a:off x="6745287" y="2022049"/>
            <a:ext cx="2609850" cy="31034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14"/>
              </a:spcBef>
            </a:pPr>
            <a:r>
              <a:rPr lang="en-US" sz="2000" b="1" spc="-5" dirty="0">
                <a:solidFill>
                  <a:srgbClr val="3A3838"/>
                </a:solidFill>
                <a:latin typeface="+mn-lt"/>
                <a:cs typeface="Calibri"/>
              </a:rPr>
              <a:t>Motivation</a:t>
            </a:r>
            <a:endParaRPr lang="en-US" sz="2000" dirty="0">
              <a:latin typeface="+mn-lt"/>
              <a:cs typeface="Calibri"/>
            </a:endParaRPr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EBBEEC7F-D4AC-416C-A29B-70CC638A808E}"/>
              </a:ext>
            </a:extLst>
          </p:cNvPr>
          <p:cNvSpPr/>
          <p:nvPr/>
        </p:nvSpPr>
        <p:spPr>
          <a:xfrm>
            <a:off x="6745287" y="2029668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E70B067B-456B-41C1-A882-3BFF4255BA17}"/>
              </a:ext>
            </a:extLst>
          </p:cNvPr>
          <p:cNvSpPr txBox="1"/>
          <p:nvPr/>
        </p:nvSpPr>
        <p:spPr>
          <a:xfrm>
            <a:off x="3040062" y="3250774"/>
            <a:ext cx="2541906" cy="31034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000" b="1" spc="5" dirty="0">
                <a:solidFill>
                  <a:srgbClr val="3A3838"/>
                </a:solidFill>
                <a:latin typeface="+mn-lt"/>
                <a:cs typeface="Calibri"/>
              </a:rPr>
              <a:t>Project</a:t>
            </a:r>
            <a:r>
              <a:rPr lang="en-US" sz="2000" b="1" spc="5" dirty="0">
                <a:solidFill>
                  <a:srgbClr val="3A3838"/>
                </a:solidFill>
                <a:cs typeface="Calibri"/>
              </a:rPr>
              <a:t> Objectives</a:t>
            </a:r>
            <a:endParaRPr sz="20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29" name="object 13">
            <a:extLst>
              <a:ext uri="{FF2B5EF4-FFF2-40B4-BE49-F238E27FC236}">
                <a16:creationId xmlns:a16="http://schemas.microsoft.com/office/drawing/2014/main" id="{BF43F89C-D0B2-47AE-89F0-DB7C6E5C8617}"/>
              </a:ext>
            </a:extLst>
          </p:cNvPr>
          <p:cNvSpPr/>
          <p:nvPr/>
        </p:nvSpPr>
        <p:spPr>
          <a:xfrm>
            <a:off x="3040062" y="3258393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bject 7">
            <a:extLst>
              <a:ext uri="{FF2B5EF4-FFF2-40B4-BE49-F238E27FC236}">
                <a16:creationId xmlns:a16="http://schemas.microsoft.com/office/drawing/2014/main" id="{225A7EBA-711C-4ACD-BEF6-C158E08537D6}"/>
              </a:ext>
            </a:extLst>
          </p:cNvPr>
          <p:cNvSpPr txBox="1"/>
          <p:nvPr/>
        </p:nvSpPr>
        <p:spPr>
          <a:xfrm>
            <a:off x="2048351" y="2022048"/>
            <a:ext cx="670720" cy="576293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72000" tIns="72000" rIns="72000" bIns="72000" rtlCol="0" anchor="t" anchorCtr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1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6A7F7534-632E-4034-AC06-9C809D95605B}"/>
              </a:ext>
            </a:extLst>
          </p:cNvPr>
          <p:cNvSpPr txBox="1"/>
          <p:nvPr/>
        </p:nvSpPr>
        <p:spPr>
          <a:xfrm>
            <a:off x="5804871" y="1979343"/>
            <a:ext cx="648000" cy="576293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72000" tIns="72000" rIns="72000" bIns="72000" rtlCol="0" anchor="t" anchorCtr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2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33" name="object 7">
            <a:extLst>
              <a:ext uri="{FF2B5EF4-FFF2-40B4-BE49-F238E27FC236}">
                <a16:creationId xmlns:a16="http://schemas.microsoft.com/office/drawing/2014/main" id="{6F820F74-9346-4A48-9561-818A722DCF3C}"/>
              </a:ext>
            </a:extLst>
          </p:cNvPr>
          <p:cNvSpPr txBox="1"/>
          <p:nvPr/>
        </p:nvSpPr>
        <p:spPr>
          <a:xfrm>
            <a:off x="2025629" y="3208068"/>
            <a:ext cx="670721" cy="576293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72000" tIns="72000" rIns="72000" bIns="72000" rtlCol="0" anchor="t" anchorCtr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3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34" name="object 7">
            <a:extLst>
              <a:ext uri="{FF2B5EF4-FFF2-40B4-BE49-F238E27FC236}">
                <a16:creationId xmlns:a16="http://schemas.microsoft.com/office/drawing/2014/main" id="{7BE0C01B-4F82-429C-9881-C92AFF289CE2}"/>
              </a:ext>
            </a:extLst>
          </p:cNvPr>
          <p:cNvSpPr txBox="1"/>
          <p:nvPr/>
        </p:nvSpPr>
        <p:spPr>
          <a:xfrm>
            <a:off x="5804871" y="3208068"/>
            <a:ext cx="648000" cy="576293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72000" tIns="72000" rIns="72000" bIns="72000" rtlCol="0" anchor="t" anchorCtr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4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36" name="object 6">
            <a:extLst>
              <a:ext uri="{FF2B5EF4-FFF2-40B4-BE49-F238E27FC236}">
                <a16:creationId xmlns:a16="http://schemas.microsoft.com/office/drawing/2014/main" id="{E5D9E8B6-03C8-41B9-9F3D-43CC84269F38}"/>
              </a:ext>
            </a:extLst>
          </p:cNvPr>
          <p:cNvSpPr txBox="1"/>
          <p:nvPr/>
        </p:nvSpPr>
        <p:spPr>
          <a:xfrm>
            <a:off x="6745287" y="3342627"/>
            <a:ext cx="3875088" cy="31034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000" b="1" spc="5" dirty="0">
                <a:solidFill>
                  <a:srgbClr val="3A3838"/>
                </a:solidFill>
                <a:cs typeface="Calibri"/>
              </a:rPr>
              <a:t>Innovation </a:t>
            </a:r>
            <a:r>
              <a:rPr lang="en-US" sz="2000" b="1" spc="5" dirty="0">
                <a:solidFill>
                  <a:srgbClr val="3A3838"/>
                </a:solidFill>
                <a:latin typeface="+mj-lt"/>
                <a:cs typeface="Calibri"/>
              </a:rPr>
              <a:t>in</a:t>
            </a:r>
            <a:r>
              <a:rPr lang="en-US" sz="2000" b="1" spc="5" dirty="0">
                <a:solidFill>
                  <a:srgbClr val="3A3838"/>
                </a:solidFill>
                <a:cs typeface="Calibri"/>
              </a:rPr>
              <a:t> the Project</a:t>
            </a:r>
            <a:endParaRPr sz="20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7" name="object 13">
            <a:extLst>
              <a:ext uri="{FF2B5EF4-FFF2-40B4-BE49-F238E27FC236}">
                <a16:creationId xmlns:a16="http://schemas.microsoft.com/office/drawing/2014/main" id="{4A934724-4254-4BD6-B1D7-0E70265B2312}"/>
              </a:ext>
            </a:extLst>
          </p:cNvPr>
          <p:cNvSpPr/>
          <p:nvPr/>
        </p:nvSpPr>
        <p:spPr>
          <a:xfrm>
            <a:off x="6745287" y="3250774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7BE0C01B-4F82-429C-9881-C92AFF289CE2}"/>
              </a:ext>
            </a:extLst>
          </p:cNvPr>
          <p:cNvSpPr txBox="1"/>
          <p:nvPr/>
        </p:nvSpPr>
        <p:spPr>
          <a:xfrm>
            <a:off x="2025629" y="4517490"/>
            <a:ext cx="670722" cy="576293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72000" tIns="72000" rIns="72000" bIns="72000" rtlCol="0" anchor="t" anchorCtr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spc="15" dirty="0">
                <a:solidFill>
                  <a:srgbClr val="FFFFFF"/>
                </a:solidFill>
                <a:cs typeface="Calibri"/>
              </a:rPr>
              <a:t>5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E5D9E8B6-03C8-41B9-9F3D-43CC84269F38}"/>
              </a:ext>
            </a:extLst>
          </p:cNvPr>
          <p:cNvSpPr txBox="1"/>
          <p:nvPr/>
        </p:nvSpPr>
        <p:spPr>
          <a:xfrm>
            <a:off x="2870199" y="4531207"/>
            <a:ext cx="3875088" cy="9258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000" b="1" spc="5" dirty="0">
                <a:solidFill>
                  <a:srgbClr val="3A3838"/>
                </a:solidFill>
                <a:cs typeface="Calibri"/>
              </a:rPr>
              <a:t>Literature Review/</a:t>
            </a:r>
          </a:p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000" b="1" spc="5" dirty="0">
                <a:solidFill>
                  <a:srgbClr val="3A3838"/>
                </a:solidFill>
                <a:latin typeface="+mj-lt"/>
                <a:cs typeface="Calibri"/>
              </a:rPr>
              <a:t>Currently</a:t>
            </a:r>
            <a:r>
              <a:rPr lang="en-US" sz="2000" b="1" spc="5" dirty="0">
                <a:solidFill>
                  <a:srgbClr val="3A3838"/>
                </a:solidFill>
                <a:cs typeface="Calibri"/>
              </a:rPr>
              <a:t> available </a:t>
            </a:r>
          </a:p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000" b="1" spc="5" dirty="0">
                <a:solidFill>
                  <a:srgbClr val="3A3838"/>
                </a:solidFill>
                <a:cs typeface="Calibri"/>
              </a:rPr>
              <a:t>solutions</a:t>
            </a:r>
            <a:endParaRPr sz="20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BE0C01B-4F82-429C-9881-C92AFF289CE2}"/>
              </a:ext>
            </a:extLst>
          </p:cNvPr>
          <p:cNvSpPr txBox="1"/>
          <p:nvPr/>
        </p:nvSpPr>
        <p:spPr>
          <a:xfrm>
            <a:off x="5809909" y="4573032"/>
            <a:ext cx="648000" cy="576293"/>
          </a:xfrm>
          <a:prstGeom prst="rect">
            <a:avLst/>
          </a:prstGeom>
          <a:solidFill>
            <a:srgbClr val="1F497D"/>
          </a:solidFill>
          <a:ln w="27439">
            <a:noFill/>
          </a:ln>
        </p:spPr>
        <p:txBody>
          <a:bodyPr vert="horz" wrap="square" lIns="72000" tIns="72000" rIns="72000" bIns="72000" rtlCol="0" anchor="t" anchorCtr="0">
            <a:spAutoFit/>
          </a:bodyPr>
          <a:lstStyle/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6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E5D9E8B6-03C8-41B9-9F3D-43CC84269F38}"/>
              </a:ext>
            </a:extLst>
          </p:cNvPr>
          <p:cNvSpPr txBox="1"/>
          <p:nvPr/>
        </p:nvSpPr>
        <p:spPr>
          <a:xfrm>
            <a:off x="6745287" y="4704967"/>
            <a:ext cx="3875088" cy="31034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000" b="1" spc="5" dirty="0">
                <a:solidFill>
                  <a:srgbClr val="3A3838"/>
                </a:solidFill>
                <a:cs typeface="Calibri"/>
              </a:rPr>
              <a:t>Work </a:t>
            </a:r>
            <a:r>
              <a:rPr lang="en-US" sz="2000" b="1" spc="5" dirty="0">
                <a:solidFill>
                  <a:srgbClr val="3A3838"/>
                </a:solidFill>
                <a:latin typeface="+mj-lt"/>
                <a:cs typeface="Calibri"/>
              </a:rPr>
              <a:t>Progress</a:t>
            </a:r>
            <a:endParaRPr sz="20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1" name="object 13">
            <a:extLst>
              <a:ext uri="{FF2B5EF4-FFF2-40B4-BE49-F238E27FC236}">
                <a16:creationId xmlns:a16="http://schemas.microsoft.com/office/drawing/2014/main" id="{4A934724-4254-4BD6-B1D7-0E70265B2312}"/>
              </a:ext>
            </a:extLst>
          </p:cNvPr>
          <p:cNvSpPr/>
          <p:nvPr/>
        </p:nvSpPr>
        <p:spPr>
          <a:xfrm>
            <a:off x="6742239" y="4628470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bject 13">
            <a:extLst>
              <a:ext uri="{FF2B5EF4-FFF2-40B4-BE49-F238E27FC236}">
                <a16:creationId xmlns:a16="http://schemas.microsoft.com/office/drawing/2014/main" id="{BF43F89C-D0B2-47AE-89F0-DB7C6E5C8617}"/>
              </a:ext>
            </a:extLst>
          </p:cNvPr>
          <p:cNvSpPr/>
          <p:nvPr/>
        </p:nvSpPr>
        <p:spPr>
          <a:xfrm>
            <a:off x="3040062" y="4517490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64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DE28-405F-17CE-648D-9497BEBB8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35ED31F-F695-D222-0D0A-1FF96A8FC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3600" y="479297"/>
            <a:ext cx="846874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latin typeface="+mj-lt"/>
              </a:rPr>
              <a:t>What</a:t>
            </a:r>
            <a:r>
              <a:rPr sz="4000" spc="-204" dirty="0">
                <a:latin typeface="+mj-lt"/>
              </a:rPr>
              <a:t> </a:t>
            </a:r>
            <a:r>
              <a:rPr sz="4000" spc="-350" dirty="0">
                <a:latin typeface="+mj-lt"/>
              </a:rPr>
              <a:t>is</a:t>
            </a:r>
            <a:r>
              <a:rPr sz="4000" spc="-10" dirty="0">
                <a:latin typeface="+mj-lt"/>
              </a:rPr>
              <a:t> </a:t>
            </a:r>
            <a:r>
              <a:rPr sz="4000" spc="-150" dirty="0">
                <a:latin typeface="+mj-lt"/>
              </a:rPr>
              <a:t>Stable</a:t>
            </a:r>
            <a:r>
              <a:rPr sz="4000" spc="-105" dirty="0">
                <a:latin typeface="+mj-lt"/>
              </a:rPr>
              <a:t> </a:t>
            </a:r>
            <a:r>
              <a:rPr sz="4000" spc="-280" dirty="0">
                <a:latin typeface="+mj-lt"/>
              </a:rPr>
              <a:t>Diffusion?</a:t>
            </a:r>
            <a:endParaRPr sz="4000" dirty="0">
              <a:latin typeface="+mj-l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AC56C38-76F5-9823-7DD6-9D81214ECF00}"/>
              </a:ext>
            </a:extLst>
          </p:cNvPr>
          <p:cNvSpPr txBox="1"/>
          <p:nvPr/>
        </p:nvSpPr>
        <p:spPr>
          <a:xfrm>
            <a:off x="1259586" y="1868804"/>
            <a:ext cx="8705850" cy="1091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+mn-lt"/>
                <a:cs typeface="Tahoma"/>
              </a:rPr>
              <a:t>Stable</a:t>
            </a:r>
            <a:r>
              <a:rPr sz="1800" spc="-10" dirty="0">
                <a:latin typeface="+mn-lt"/>
                <a:cs typeface="Tahoma"/>
              </a:rPr>
              <a:t> </a:t>
            </a:r>
            <a:r>
              <a:rPr sz="1800" dirty="0">
                <a:latin typeface="+mn-lt"/>
                <a:cs typeface="Tahoma"/>
              </a:rPr>
              <a:t>Diffusion</a:t>
            </a:r>
            <a:r>
              <a:rPr sz="1800" spc="-15" dirty="0">
                <a:latin typeface="+mn-lt"/>
                <a:cs typeface="Tahoma"/>
              </a:rPr>
              <a:t> </a:t>
            </a:r>
            <a:r>
              <a:rPr sz="1800" dirty="0">
                <a:latin typeface="+mn-lt"/>
                <a:cs typeface="Tahoma"/>
              </a:rPr>
              <a:t>is a</a:t>
            </a:r>
            <a:r>
              <a:rPr sz="1800" spc="-5" dirty="0">
                <a:latin typeface="+mn-lt"/>
                <a:cs typeface="Tahoma"/>
              </a:rPr>
              <a:t> </a:t>
            </a:r>
            <a:r>
              <a:rPr sz="1800" spc="-20" dirty="0">
                <a:latin typeface="+mn-lt"/>
                <a:cs typeface="Tahoma"/>
              </a:rPr>
              <a:t>text-</a:t>
            </a:r>
            <a:r>
              <a:rPr sz="1800" dirty="0">
                <a:latin typeface="+mn-lt"/>
                <a:cs typeface="Tahoma"/>
              </a:rPr>
              <a:t>to-</a:t>
            </a:r>
            <a:r>
              <a:rPr sz="1800" spc="60" dirty="0">
                <a:latin typeface="+mn-lt"/>
                <a:cs typeface="Tahoma"/>
              </a:rPr>
              <a:t>image</a:t>
            </a:r>
            <a:r>
              <a:rPr sz="1800" spc="-15" dirty="0">
                <a:latin typeface="+mn-lt"/>
                <a:cs typeface="Tahoma"/>
              </a:rPr>
              <a:t> </a:t>
            </a:r>
            <a:r>
              <a:rPr sz="1800" spc="105" dirty="0">
                <a:latin typeface="+mn-lt"/>
                <a:cs typeface="Tahoma"/>
              </a:rPr>
              <a:t>deep</a:t>
            </a:r>
            <a:r>
              <a:rPr sz="1800" spc="-25" dirty="0">
                <a:latin typeface="+mn-lt"/>
                <a:cs typeface="Tahoma"/>
              </a:rPr>
              <a:t> </a:t>
            </a:r>
            <a:r>
              <a:rPr sz="1800" dirty="0">
                <a:latin typeface="+mn-lt"/>
                <a:cs typeface="Tahoma"/>
              </a:rPr>
              <a:t>learning</a:t>
            </a:r>
            <a:r>
              <a:rPr sz="1800" spc="5" dirty="0">
                <a:latin typeface="+mn-lt"/>
                <a:cs typeface="Tahoma"/>
              </a:rPr>
              <a:t> </a:t>
            </a:r>
            <a:r>
              <a:rPr sz="1800" spc="55" dirty="0">
                <a:latin typeface="+mn-lt"/>
                <a:cs typeface="Tahoma"/>
              </a:rPr>
              <a:t>model,</a:t>
            </a:r>
            <a:r>
              <a:rPr sz="1800" spc="-90" dirty="0">
                <a:latin typeface="+mn-lt"/>
                <a:cs typeface="Tahoma"/>
              </a:rPr>
              <a:t> </a:t>
            </a:r>
            <a:r>
              <a:rPr sz="1800" spc="70" dirty="0">
                <a:latin typeface="+mn-lt"/>
                <a:cs typeface="Tahoma"/>
              </a:rPr>
              <a:t>based</a:t>
            </a:r>
            <a:r>
              <a:rPr sz="1800" dirty="0">
                <a:latin typeface="+mn-lt"/>
                <a:cs typeface="Tahoma"/>
              </a:rPr>
              <a:t> </a:t>
            </a:r>
            <a:r>
              <a:rPr sz="1800" spc="75" dirty="0">
                <a:latin typeface="+mn-lt"/>
                <a:cs typeface="Tahoma"/>
              </a:rPr>
              <a:t>on</a:t>
            </a:r>
            <a:r>
              <a:rPr sz="1800" spc="5" dirty="0">
                <a:latin typeface="+mn-lt"/>
                <a:cs typeface="Tahoma"/>
              </a:rPr>
              <a:t> </a:t>
            </a:r>
            <a:r>
              <a:rPr sz="1800" dirty="0">
                <a:latin typeface="+mn-lt"/>
                <a:cs typeface="Tahoma"/>
              </a:rPr>
              <a:t>diffusion</a:t>
            </a:r>
            <a:r>
              <a:rPr sz="1800" spc="5" dirty="0">
                <a:latin typeface="+mn-lt"/>
                <a:cs typeface="Tahoma"/>
              </a:rPr>
              <a:t> </a:t>
            </a:r>
            <a:r>
              <a:rPr sz="1800" spc="40" dirty="0">
                <a:latin typeface="+mn-lt"/>
                <a:cs typeface="Tahoma"/>
              </a:rPr>
              <a:t>models. </a:t>
            </a:r>
            <a:r>
              <a:rPr sz="1800" dirty="0">
                <a:latin typeface="+mn-lt"/>
                <a:cs typeface="Tahoma"/>
              </a:rPr>
              <a:t>Introduced</a:t>
            </a:r>
            <a:r>
              <a:rPr sz="1800" spc="-45" dirty="0">
                <a:latin typeface="+mn-lt"/>
                <a:cs typeface="Tahoma"/>
              </a:rPr>
              <a:t> </a:t>
            </a:r>
            <a:r>
              <a:rPr sz="1800" dirty="0">
                <a:latin typeface="+mn-lt"/>
                <a:cs typeface="Tahoma"/>
              </a:rPr>
              <a:t>in</a:t>
            </a:r>
            <a:r>
              <a:rPr sz="1800" spc="-40" dirty="0">
                <a:latin typeface="+mn-lt"/>
                <a:cs typeface="Tahoma"/>
              </a:rPr>
              <a:t> </a:t>
            </a:r>
            <a:r>
              <a:rPr sz="1800" dirty="0">
                <a:latin typeface="+mn-lt"/>
                <a:cs typeface="Tahoma"/>
              </a:rPr>
              <a:t>2022,</a:t>
            </a:r>
            <a:r>
              <a:rPr sz="1800" spc="-90" dirty="0">
                <a:latin typeface="+mn-lt"/>
                <a:cs typeface="Tahoma"/>
              </a:rPr>
              <a:t> </a:t>
            </a:r>
            <a:r>
              <a:rPr sz="1800" spc="80" dirty="0">
                <a:latin typeface="+mn-lt"/>
                <a:cs typeface="Tahoma"/>
              </a:rPr>
              <a:t>developed</a:t>
            </a:r>
            <a:r>
              <a:rPr sz="1800" spc="-75" dirty="0">
                <a:latin typeface="+mn-lt"/>
                <a:cs typeface="Tahoma"/>
              </a:rPr>
              <a:t> </a:t>
            </a:r>
            <a:r>
              <a:rPr sz="1800" spc="55" dirty="0">
                <a:latin typeface="+mn-lt"/>
                <a:cs typeface="Tahoma"/>
              </a:rPr>
              <a:t>by</a:t>
            </a:r>
            <a:r>
              <a:rPr sz="1800" spc="-40" dirty="0">
                <a:latin typeface="+mn-lt"/>
                <a:cs typeface="Tahoma"/>
              </a:rPr>
              <a:t> </a:t>
            </a:r>
            <a:r>
              <a:rPr sz="1800" dirty="0">
                <a:latin typeface="+mn-lt"/>
                <a:cs typeface="Tahoma"/>
              </a:rPr>
              <a:t>the</a:t>
            </a:r>
            <a:r>
              <a:rPr sz="1800" spc="-30" dirty="0">
                <a:latin typeface="+mn-lt"/>
                <a:cs typeface="Tahoma"/>
              </a:rPr>
              <a:t> </a:t>
            </a:r>
            <a:r>
              <a:rPr sz="1800" spc="70" dirty="0">
                <a:latin typeface="+mn-lt"/>
                <a:cs typeface="Tahoma"/>
              </a:rPr>
              <a:t>CompViz</a:t>
            </a:r>
            <a:r>
              <a:rPr sz="1800" spc="-25" dirty="0">
                <a:latin typeface="+mn-lt"/>
                <a:cs typeface="Tahoma"/>
              </a:rPr>
              <a:t> </a:t>
            </a:r>
            <a:r>
              <a:rPr sz="1800" spc="85" dirty="0">
                <a:latin typeface="+mn-lt"/>
                <a:cs typeface="Tahoma"/>
              </a:rPr>
              <a:t>Group</a:t>
            </a:r>
            <a:r>
              <a:rPr sz="1800" spc="-40" dirty="0">
                <a:latin typeface="+mn-lt"/>
                <a:cs typeface="Tahoma"/>
              </a:rPr>
              <a:t> </a:t>
            </a:r>
            <a:r>
              <a:rPr sz="1800" spc="-10" dirty="0">
                <a:latin typeface="+mn-lt"/>
                <a:cs typeface="Tahoma"/>
              </a:rPr>
              <a:t>at</a:t>
            </a:r>
            <a:r>
              <a:rPr sz="1800" spc="-40" dirty="0">
                <a:latin typeface="+mn-lt"/>
                <a:cs typeface="Tahoma"/>
              </a:rPr>
              <a:t> </a:t>
            </a:r>
            <a:r>
              <a:rPr sz="1800" spc="100" dirty="0">
                <a:latin typeface="+mn-lt"/>
                <a:cs typeface="Tahoma"/>
              </a:rPr>
              <a:t>LMU</a:t>
            </a:r>
            <a:r>
              <a:rPr sz="1800" spc="-45" dirty="0">
                <a:latin typeface="+mn-lt"/>
                <a:cs typeface="Tahoma"/>
              </a:rPr>
              <a:t> </a:t>
            </a:r>
            <a:r>
              <a:rPr sz="1800" spc="40" dirty="0">
                <a:latin typeface="+mn-lt"/>
                <a:cs typeface="Tahoma"/>
              </a:rPr>
              <a:t>Munich. </a:t>
            </a:r>
            <a:r>
              <a:rPr sz="1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+mn-lt"/>
                <a:cs typeface="Tahoma"/>
                <a:hlinkClick r:id="rId2"/>
              </a:rPr>
              <a:t>https://github.com/Stability-</a:t>
            </a:r>
            <a:r>
              <a:rPr sz="1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+mn-lt"/>
                <a:cs typeface="Tahoma"/>
                <a:hlinkClick r:id="rId2"/>
              </a:rPr>
              <a:t>AI/stablediffusion</a:t>
            </a:r>
            <a:endParaRPr sz="1800" dirty="0">
              <a:latin typeface="+mn-lt"/>
              <a:cs typeface="Tahoma"/>
            </a:endParaRPr>
          </a:p>
          <a:p>
            <a:pPr marL="7094220">
              <a:lnSpc>
                <a:spcPts val="1914"/>
              </a:lnSpc>
            </a:pPr>
            <a:r>
              <a:rPr sz="2000" b="1" spc="-10" dirty="0">
                <a:latin typeface="+mn-lt"/>
                <a:cs typeface="Tahoma"/>
              </a:rPr>
              <a:t>Output</a:t>
            </a:r>
            <a:endParaRPr sz="2000" dirty="0">
              <a:latin typeface="+mn-lt"/>
              <a:cs typeface="Tahoma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F57159E-15A7-1663-A567-52FE71E3876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58228" y="3110483"/>
            <a:ext cx="3214116" cy="321564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284DBC5-719E-6397-8338-3EAA628351B1}"/>
              </a:ext>
            </a:extLst>
          </p:cNvPr>
          <p:cNvSpPr txBox="1"/>
          <p:nvPr/>
        </p:nvSpPr>
        <p:spPr>
          <a:xfrm>
            <a:off x="1786254" y="4276786"/>
            <a:ext cx="2954655" cy="82650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48260" algn="ctr">
              <a:lnSpc>
                <a:spcPct val="100000"/>
              </a:lnSpc>
              <a:spcBef>
                <a:spcPts val="844"/>
              </a:spcBef>
            </a:pPr>
            <a:r>
              <a:rPr sz="2000" b="1" spc="-10" dirty="0">
                <a:latin typeface="+mn-lt"/>
                <a:cs typeface="Tahoma"/>
              </a:rPr>
              <a:t>Prompt</a:t>
            </a:r>
            <a:endParaRPr sz="2000" dirty="0">
              <a:latin typeface="+mn-lt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2000" i="1" spc="-105" dirty="0">
                <a:latin typeface="+mn-lt"/>
                <a:cs typeface="Verdana"/>
              </a:rPr>
              <a:t>Picture</a:t>
            </a:r>
            <a:r>
              <a:rPr sz="2000" i="1" spc="-170" dirty="0">
                <a:latin typeface="+mn-lt"/>
                <a:cs typeface="Verdana"/>
              </a:rPr>
              <a:t> </a:t>
            </a:r>
            <a:r>
              <a:rPr sz="2000" i="1" spc="-75" dirty="0">
                <a:latin typeface="+mn-lt"/>
                <a:cs typeface="Verdana"/>
              </a:rPr>
              <a:t>of</a:t>
            </a:r>
            <a:r>
              <a:rPr sz="2000" i="1" spc="-130" dirty="0">
                <a:latin typeface="+mn-lt"/>
                <a:cs typeface="Verdana"/>
              </a:rPr>
              <a:t> </a:t>
            </a:r>
            <a:r>
              <a:rPr sz="2000" i="1" spc="-125" dirty="0">
                <a:latin typeface="+mn-lt"/>
                <a:cs typeface="Verdana"/>
              </a:rPr>
              <a:t>a</a:t>
            </a:r>
            <a:r>
              <a:rPr sz="2000" i="1" spc="-165" dirty="0">
                <a:latin typeface="+mn-lt"/>
                <a:cs typeface="Verdana"/>
              </a:rPr>
              <a:t> </a:t>
            </a:r>
            <a:r>
              <a:rPr sz="2000" i="1" spc="-20" dirty="0">
                <a:latin typeface="+mn-lt"/>
                <a:cs typeface="Verdana"/>
              </a:rPr>
              <a:t>dog</a:t>
            </a:r>
            <a:r>
              <a:rPr sz="2000" i="1" spc="-145" dirty="0">
                <a:latin typeface="+mn-lt"/>
                <a:cs typeface="Verdana"/>
              </a:rPr>
              <a:t> </a:t>
            </a:r>
            <a:r>
              <a:rPr sz="2000" i="1" spc="-135" dirty="0">
                <a:latin typeface="+mn-lt"/>
                <a:cs typeface="Verdana"/>
              </a:rPr>
              <a:t>with</a:t>
            </a:r>
            <a:r>
              <a:rPr sz="2000" i="1" spc="-180" dirty="0">
                <a:latin typeface="+mn-lt"/>
                <a:cs typeface="Verdana"/>
              </a:rPr>
              <a:t> </a:t>
            </a:r>
            <a:r>
              <a:rPr sz="2000" i="1" spc="-55" dirty="0">
                <a:latin typeface="+mn-lt"/>
                <a:cs typeface="Verdana"/>
              </a:rPr>
              <a:t>glasses</a:t>
            </a:r>
            <a:endParaRPr sz="2000" dirty="0">
              <a:latin typeface="+mn-lt"/>
              <a:cs typeface="Verdan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24FB8E4-D88B-2C00-1B6D-2523148953C2}"/>
              </a:ext>
            </a:extLst>
          </p:cNvPr>
          <p:cNvSpPr/>
          <p:nvPr/>
        </p:nvSpPr>
        <p:spPr>
          <a:xfrm>
            <a:off x="4876800" y="4816983"/>
            <a:ext cx="2015489" cy="171450"/>
          </a:xfrm>
          <a:custGeom>
            <a:avLst/>
            <a:gdLst/>
            <a:ahLst/>
            <a:cxnLst/>
            <a:rect l="l" t="t" r="r" b="b"/>
            <a:pathLst>
              <a:path w="2015490" h="171450">
                <a:moveTo>
                  <a:pt x="1843913" y="0"/>
                </a:moveTo>
                <a:lnTo>
                  <a:pt x="1843913" y="171450"/>
                </a:lnTo>
                <a:lnTo>
                  <a:pt x="1958213" y="114300"/>
                </a:lnTo>
                <a:lnTo>
                  <a:pt x="1872488" y="114300"/>
                </a:lnTo>
                <a:lnTo>
                  <a:pt x="1872488" y="57150"/>
                </a:lnTo>
                <a:lnTo>
                  <a:pt x="1958213" y="57150"/>
                </a:lnTo>
                <a:lnTo>
                  <a:pt x="1843913" y="0"/>
                </a:lnTo>
                <a:close/>
              </a:path>
              <a:path w="2015490" h="171450">
                <a:moveTo>
                  <a:pt x="1843913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843913" y="114300"/>
                </a:lnTo>
                <a:lnTo>
                  <a:pt x="1843913" y="57150"/>
                </a:lnTo>
                <a:close/>
              </a:path>
              <a:path w="2015490" h="171450">
                <a:moveTo>
                  <a:pt x="1958213" y="57150"/>
                </a:moveTo>
                <a:lnTo>
                  <a:pt x="1872488" y="57150"/>
                </a:lnTo>
                <a:lnTo>
                  <a:pt x="1872488" y="114300"/>
                </a:lnTo>
                <a:lnTo>
                  <a:pt x="1958213" y="114300"/>
                </a:lnTo>
                <a:lnTo>
                  <a:pt x="2015363" y="85725"/>
                </a:lnTo>
                <a:lnTo>
                  <a:pt x="1958213" y="5715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CE7D40C-F1EA-1F09-F998-D9665FC590C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C2C23E1-6268-42AB-B63C-ADD75699370D}" type="datetime1">
              <a:rPr lang="en-IN" smtClean="0"/>
              <a:t>17-10-2025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C545E9-809A-D592-F3AB-6559BEA597F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6B2BAE2-2774-6FD4-9FEF-7A0FAEEA80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EFFE21-3C94-076D-28B4-D76B954E1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42" y="299465"/>
            <a:ext cx="1292112" cy="123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5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EE65D-63F9-4184-B551-9B0B81E8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C25A8-D86A-4756-B7C6-7322256A2F28}" type="datetime1">
              <a:rPr lang="en-IN" smtClean="0"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6C09F-D1D1-41AB-BE1B-102A6375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IN"/>
              <a:t>IIITU-HP-India-Review-2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361A1-0B05-4BA1-A71B-5FC923CD5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4</a:t>
            </a:fld>
            <a:endParaRPr lang="en-IN"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3C968F25-7DB7-48EC-97FB-85853FE2E0F4}"/>
              </a:ext>
            </a:extLst>
          </p:cNvPr>
          <p:cNvSpPr txBox="1"/>
          <p:nvPr/>
        </p:nvSpPr>
        <p:spPr>
          <a:xfrm>
            <a:off x="2209800" y="1066800"/>
            <a:ext cx="3684939" cy="3178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14"/>
              </a:spcBef>
            </a:pPr>
            <a:r>
              <a:rPr lang="en-US" sz="2400" b="1" spc="-5" dirty="0">
                <a:solidFill>
                  <a:srgbClr val="3A3838"/>
                </a:solidFill>
                <a:cs typeface="Calibri"/>
              </a:rPr>
              <a:t>Motivation</a:t>
            </a:r>
            <a:endParaRPr lang="en-US" sz="2400" dirty="0"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4DE17604-03A6-4EAC-AD14-ADB937ACDA8C}"/>
              </a:ext>
            </a:extLst>
          </p:cNvPr>
          <p:cNvSpPr/>
          <p:nvPr/>
        </p:nvSpPr>
        <p:spPr>
          <a:xfrm>
            <a:off x="2209800" y="838200"/>
            <a:ext cx="1481329" cy="7620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F165A8-1AAD-7527-4352-FC2B359EA2B8}"/>
              </a:ext>
            </a:extLst>
          </p:cNvPr>
          <p:cNvSpPr txBox="1"/>
          <p:nvPr/>
        </p:nvSpPr>
        <p:spPr>
          <a:xfrm>
            <a:off x="1371600" y="1906517"/>
            <a:ext cx="990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2000" b="1" dirty="0">
                <a:latin typeface="+mn-lt"/>
              </a:rPr>
              <a:t>Diffusion models</a:t>
            </a:r>
            <a:r>
              <a:rPr lang="en-US" sz="2000" dirty="0">
                <a:latin typeface="+mn-lt"/>
              </a:rPr>
              <a:t> overcome these issues by progressively denoising from pure noise to generate high-quality images.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+mn-lt"/>
              </a:rPr>
              <a:t>However, traditional diffusion models are </a:t>
            </a:r>
            <a:r>
              <a:rPr lang="en-US" sz="2000" b="1" dirty="0">
                <a:latin typeface="+mn-lt"/>
              </a:rPr>
              <a:t>computationally expensive</a:t>
            </a:r>
            <a:r>
              <a:rPr lang="en-US" sz="2000" dirty="0">
                <a:latin typeface="+mn-lt"/>
              </a:rPr>
              <a:t> because they operate in pixel space.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>
                <a:latin typeface="+mn-lt"/>
              </a:rPr>
              <a:t>Stable Diffusion innovates</a:t>
            </a:r>
            <a:r>
              <a:rPr lang="en-US" sz="2000" dirty="0">
                <a:latin typeface="+mn-lt"/>
              </a:rPr>
              <a:t> by performing the process in a compressed latent space using a </a:t>
            </a:r>
            <a:r>
              <a:rPr lang="en-US" sz="2000" b="1" dirty="0">
                <a:latin typeface="+mn-lt"/>
              </a:rPr>
              <a:t>Variational Autoencoder (VAE)</a:t>
            </a:r>
            <a:r>
              <a:rPr lang="en-US" sz="2000" dirty="0">
                <a:latin typeface="+mn-lt"/>
              </a:rPr>
              <a:t>: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000" dirty="0">
                <a:latin typeface="+mn-lt"/>
              </a:rPr>
              <a:t>Reduces computational cost and memory usage.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000" dirty="0">
                <a:latin typeface="+mn-lt"/>
              </a:rPr>
              <a:t>Enables faster and more efficient generation of high-resolution images.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+mn-lt"/>
              </a:rPr>
              <a:t>The project enables automatic </a:t>
            </a:r>
            <a:r>
              <a:rPr lang="en-US" sz="2000" b="1" dirty="0">
                <a:latin typeface="+mn-lt"/>
              </a:rPr>
              <a:t>text-to-image generation</a:t>
            </a:r>
            <a:r>
              <a:rPr lang="en-US" sz="2000" dirty="0">
                <a:latin typeface="+mn-lt"/>
              </a:rPr>
              <a:t>, allowing easier content creation, rapid prototyping, and creative expression.</a:t>
            </a:r>
          </a:p>
        </p:txBody>
      </p:sp>
    </p:spTree>
    <p:extLst>
      <p:ext uri="{BB962C8B-B14F-4D97-AF65-F5344CB8AC3E}">
        <p14:creationId xmlns:p14="http://schemas.microsoft.com/office/powerpoint/2010/main" val="677463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EE65D-63F9-4184-B551-9B0B81E8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C0D4-429D-4328-8E50-1B5ADBA77B0E}" type="datetime1">
              <a:rPr lang="en-IN" smtClean="0"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6C09F-D1D1-41AB-BE1B-102A6375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IIITU-HP-India-Review-2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361A1-0B05-4BA1-A71B-5FC923CD5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5</a:t>
            </a:fld>
            <a:endParaRPr lang="en-IN"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3C968F25-7DB7-48EC-97FB-85853FE2E0F4}"/>
              </a:ext>
            </a:extLst>
          </p:cNvPr>
          <p:cNvSpPr txBox="1"/>
          <p:nvPr/>
        </p:nvSpPr>
        <p:spPr>
          <a:xfrm>
            <a:off x="2197261" y="1032800"/>
            <a:ext cx="3684939" cy="3178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400" b="1" spc="5" dirty="0">
                <a:solidFill>
                  <a:srgbClr val="3A3838"/>
                </a:solidFill>
                <a:cs typeface="Calibri"/>
              </a:rPr>
              <a:t>Project Objectives</a:t>
            </a:r>
            <a:endParaRPr lang="en-US" sz="24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4DE17604-03A6-4EAC-AD14-ADB937ACDA8C}"/>
              </a:ext>
            </a:extLst>
          </p:cNvPr>
          <p:cNvSpPr/>
          <p:nvPr/>
        </p:nvSpPr>
        <p:spPr>
          <a:xfrm>
            <a:off x="2209800" y="685800"/>
            <a:ext cx="1481329" cy="7620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27145B-5B6F-17B0-C167-24838C7EB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70502"/>
            <a:ext cx="102870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forward and reverse diffusion processes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as defined in DDPM (Denoising Diffusion Probabilistic Models).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Build and train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U-Net backbone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with attention mechanisms to perform denoising effectively.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Incorporate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CLIP-based text embeddings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for text-conditioned image generation.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Support multiple tasks:</a:t>
            </a:r>
          </a:p>
          <a:p>
            <a:pPr lvl="8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Text-to-Image</a:t>
            </a:r>
          </a:p>
          <a:p>
            <a:pPr lvl="8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Image-to-Image</a:t>
            </a:r>
          </a:p>
          <a:p>
            <a:pPr lvl="8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Inpainting (filling missing parts of images).</a:t>
            </a:r>
          </a:p>
          <a:p>
            <a:pPr lvl="1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+mn-lt"/>
              </a:rPr>
              <a:t>5.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Evaluate the generated images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FID (Fréchet Inception Distance)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Inception       Score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for quality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971874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EE65D-63F9-4184-B551-9B0B81E8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32915-AACC-4B4F-BF13-7D1762954B9F}" type="datetime1">
              <a:rPr lang="en-IN" smtClean="0"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6C09F-D1D1-41AB-BE1B-102A6375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IIITU-HP-India-Review-2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361A1-0B05-4BA1-A71B-5FC923CD5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6</a:t>
            </a:fld>
            <a:endParaRPr lang="en-IN"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3C968F25-7DB7-48EC-97FB-85853FE2E0F4}"/>
              </a:ext>
            </a:extLst>
          </p:cNvPr>
          <p:cNvSpPr txBox="1"/>
          <p:nvPr/>
        </p:nvSpPr>
        <p:spPr>
          <a:xfrm>
            <a:off x="2133600" y="861651"/>
            <a:ext cx="3684939" cy="3178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400" b="1" spc="5" dirty="0">
                <a:solidFill>
                  <a:srgbClr val="3A3838"/>
                </a:solidFill>
                <a:cs typeface="Calibri"/>
              </a:rPr>
              <a:t>Innovation in the Project</a:t>
            </a:r>
            <a:endParaRPr lang="en-US" sz="24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4DE17604-03A6-4EAC-AD14-ADB937ACDA8C}"/>
              </a:ext>
            </a:extLst>
          </p:cNvPr>
          <p:cNvSpPr/>
          <p:nvPr/>
        </p:nvSpPr>
        <p:spPr>
          <a:xfrm>
            <a:off x="2133600" y="589778"/>
            <a:ext cx="1481329" cy="7620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345D92-F26D-A01D-19CD-D7EFB5396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055" y="2226440"/>
            <a:ext cx="951895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Latent Space Diffusion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</a:t>
            </a:r>
          </a:p>
          <a:p>
            <a:pPr lvl="1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Diffusion operates in compressed latent space using VAE, reducing computation.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Text Conditioning via CLIP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</a:t>
            </a:r>
          </a:p>
          <a:p>
            <a:pPr lvl="1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+mn-lt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Precise text-to-image generation using powerful text embeddings.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Unified Architecture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+mn-lt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Supports text-to-image, image-to-image, and inpainting in a single model.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Classifier-Free Guidance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+mn-lt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Combines conditioned and unconditioned outputs for better image diversity.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7610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B2012-23F8-B639-06EC-BC71E626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9C2D9-EEF6-962B-18DD-A3A13BEF2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63CF9-CE5A-41F1-9D42-7E6B2886539D}" type="datetime1">
              <a:rPr lang="en-IN" smtClean="0"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1EEB6-5421-620D-AEBF-BB7AEF19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IIITU-HP-India-Review-2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1861-2E41-A4D0-8AC7-D30EB49E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7</a:t>
            </a:fld>
            <a:endParaRPr lang="en-IN"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AA349157-DA3A-5325-11CF-6F384631CD55}"/>
              </a:ext>
            </a:extLst>
          </p:cNvPr>
          <p:cNvSpPr txBox="1"/>
          <p:nvPr/>
        </p:nvSpPr>
        <p:spPr>
          <a:xfrm>
            <a:off x="2061606" y="914400"/>
            <a:ext cx="6272514" cy="9258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400" b="1" spc="5" dirty="0">
                <a:solidFill>
                  <a:srgbClr val="3A3838"/>
                </a:solidFill>
                <a:cs typeface="Calibri"/>
              </a:rPr>
              <a:t>Literature Review/</a:t>
            </a:r>
          </a:p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400" b="1" spc="5" dirty="0">
                <a:solidFill>
                  <a:srgbClr val="3A3838"/>
                </a:solidFill>
                <a:cs typeface="Calibri"/>
              </a:rPr>
              <a:t>Currently available </a:t>
            </a:r>
          </a:p>
          <a:p>
            <a:pPr marL="12700">
              <a:lnSpc>
                <a:spcPts val="2280"/>
              </a:lnSpc>
              <a:spcBef>
                <a:spcPts val="120"/>
              </a:spcBef>
            </a:pPr>
            <a:r>
              <a:rPr lang="en-US" sz="2400" b="1" spc="5" dirty="0">
                <a:solidFill>
                  <a:srgbClr val="3A3838"/>
                </a:solidFill>
                <a:cs typeface="Calibri"/>
              </a:rPr>
              <a:t>solutions</a:t>
            </a:r>
            <a:endParaRPr lang="en-US" sz="24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770496BD-8118-B088-4346-739984EF763F}"/>
              </a:ext>
            </a:extLst>
          </p:cNvPr>
          <p:cNvSpPr/>
          <p:nvPr/>
        </p:nvSpPr>
        <p:spPr>
          <a:xfrm>
            <a:off x="2133600" y="609600"/>
            <a:ext cx="1481329" cy="7620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10A7AB-0399-498B-68C3-841F3B56F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61261"/>
            <a:ext cx="1052869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Variational Autoencoders (VAEs)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training but tend to produce blurry images.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Diffusion Models (DDPM)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Generate high-quality images by iterative denoising but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computationally expensive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	pixel space.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Diffusion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Performs diffusion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latent space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VAE + U-Net architecture, making the process 	faster and more efficient.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CLIP-based Conditioning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Uses text-image embedding alignment to guide generation from text prompts without needing 	separate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589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113EF-64A7-9CF5-B654-D0514C56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9890A-D620-2330-A7FD-413E33A8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242-774C-4EDB-9AA8-F1370A8E0931}" type="datetime1">
              <a:rPr lang="en-IN" smtClean="0"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17EEA-CD00-5D79-22B4-0301F1FC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IIITU-HP-India-Review-2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EDF10-1D48-A7BF-7E72-D65EBBF9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A003-ED41-46D8-B4B7-82D37B4645E4}" type="slidenum">
              <a:rPr lang="en-IN" smtClean="0"/>
              <a:t>8</a:t>
            </a:fld>
            <a:endParaRPr lang="en-IN"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891C2D6F-D09B-AF77-763B-BD14B170E11B}"/>
              </a:ext>
            </a:extLst>
          </p:cNvPr>
          <p:cNvSpPr txBox="1"/>
          <p:nvPr/>
        </p:nvSpPr>
        <p:spPr>
          <a:xfrm>
            <a:off x="3255766" y="3273829"/>
            <a:ext cx="5532120" cy="31034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ts val="2280"/>
              </a:lnSpc>
              <a:spcBef>
                <a:spcPts val="120"/>
              </a:spcBef>
            </a:pPr>
            <a:r>
              <a:rPr lang="en-US" sz="2400" b="1" spc="5" dirty="0">
                <a:solidFill>
                  <a:srgbClr val="3A3838"/>
                </a:solidFill>
                <a:cs typeface="Calibri"/>
              </a:rPr>
              <a:t>Work Progress</a:t>
            </a:r>
            <a:endParaRPr lang="en-US" sz="24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664AE62E-CF1A-094C-B5F1-F5A57194A1BB}"/>
              </a:ext>
            </a:extLst>
          </p:cNvPr>
          <p:cNvSpPr/>
          <p:nvPr/>
        </p:nvSpPr>
        <p:spPr>
          <a:xfrm>
            <a:off x="5181600" y="3124200"/>
            <a:ext cx="1481329" cy="7620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695" y="0"/>
                </a:lnTo>
              </a:path>
            </a:pathLst>
          </a:custGeom>
          <a:noFill/>
          <a:ln w="25400" cap="flat" cmpd="sng" algn="ctr">
            <a:solidFill>
              <a:srgbClr val="984807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977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1489" y="2917825"/>
            <a:ext cx="8669019" cy="9946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42845" y="3317494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975" spc="37" baseline="-21367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2665" y="3317494"/>
            <a:ext cx="197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36515" y="3317494"/>
            <a:ext cx="197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0238" y="3320288"/>
            <a:ext cx="197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5376" y="3181858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70" dirty="0">
                <a:latin typeface="Tahoma"/>
                <a:cs typeface="Tahoma"/>
              </a:rPr>
              <a:t>…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9002" y="3323971"/>
            <a:ext cx="196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92436" y="2492755"/>
            <a:ext cx="1178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Tahoma"/>
                <a:cs typeface="Tahoma"/>
              </a:rPr>
              <a:t>Pure</a:t>
            </a:r>
            <a:r>
              <a:rPr sz="1800" b="1" spc="-4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noise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3088" y="2492755"/>
            <a:ext cx="1687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Original</a:t>
            </a:r>
            <a:r>
              <a:rPr sz="1800" b="1" spc="-10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image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72411" y="4191000"/>
            <a:ext cx="8642985" cy="1466850"/>
            <a:chOff x="1772411" y="4191000"/>
            <a:chExt cx="8642985" cy="14668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2411" y="4191000"/>
              <a:ext cx="548639" cy="5486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2611" y="4197095"/>
              <a:ext cx="548639" cy="5486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4523" y="4191000"/>
              <a:ext cx="548639" cy="5486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3200" y="4197095"/>
              <a:ext cx="548640" cy="5486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66376" y="4191000"/>
              <a:ext cx="548640" cy="54863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46477" y="4733162"/>
              <a:ext cx="8119745" cy="924560"/>
            </a:xfrm>
            <a:custGeom>
              <a:avLst/>
              <a:gdLst/>
              <a:ahLst/>
              <a:cxnLst/>
              <a:rect l="l" t="t" r="r" b="b"/>
              <a:pathLst>
                <a:path w="8119745" h="924560">
                  <a:moveTo>
                    <a:pt x="12700" y="0"/>
                  </a:moveTo>
                  <a:lnTo>
                    <a:pt x="0" y="762"/>
                  </a:lnTo>
                  <a:lnTo>
                    <a:pt x="1374" y="20574"/>
                  </a:lnTo>
                  <a:lnTo>
                    <a:pt x="1408" y="21060"/>
                  </a:lnTo>
                  <a:lnTo>
                    <a:pt x="13589" y="67182"/>
                  </a:lnTo>
                  <a:lnTo>
                    <a:pt x="37211" y="111125"/>
                  </a:lnTo>
                  <a:lnTo>
                    <a:pt x="71628" y="154559"/>
                  </a:lnTo>
                  <a:lnTo>
                    <a:pt x="116594" y="197491"/>
                  </a:lnTo>
                  <a:lnTo>
                    <a:pt x="171831" y="239775"/>
                  </a:lnTo>
                  <a:lnTo>
                    <a:pt x="236601" y="281431"/>
                  </a:lnTo>
                  <a:lnTo>
                    <a:pt x="272542" y="302132"/>
                  </a:lnTo>
                  <a:lnTo>
                    <a:pt x="310896" y="322580"/>
                  </a:lnTo>
                  <a:lnTo>
                    <a:pt x="351282" y="343026"/>
                  </a:lnTo>
                  <a:lnTo>
                    <a:pt x="394081" y="363093"/>
                  </a:lnTo>
                  <a:lnTo>
                    <a:pt x="439039" y="383031"/>
                  </a:lnTo>
                  <a:lnTo>
                    <a:pt x="486029" y="402844"/>
                  </a:lnTo>
                  <a:lnTo>
                    <a:pt x="535178" y="422401"/>
                  </a:lnTo>
                  <a:lnTo>
                    <a:pt x="586359" y="441579"/>
                  </a:lnTo>
                  <a:lnTo>
                    <a:pt x="639318" y="460756"/>
                  </a:lnTo>
                  <a:lnTo>
                    <a:pt x="694436" y="479551"/>
                  </a:lnTo>
                  <a:lnTo>
                    <a:pt x="751332" y="498348"/>
                  </a:lnTo>
                  <a:lnTo>
                    <a:pt x="810260" y="516636"/>
                  </a:lnTo>
                  <a:lnTo>
                    <a:pt x="870712" y="534670"/>
                  </a:lnTo>
                  <a:lnTo>
                    <a:pt x="933196" y="552577"/>
                  </a:lnTo>
                  <a:lnTo>
                    <a:pt x="997204" y="570103"/>
                  </a:lnTo>
                  <a:lnTo>
                    <a:pt x="1130300" y="604393"/>
                  </a:lnTo>
                  <a:lnTo>
                    <a:pt x="1269746" y="637286"/>
                  </a:lnTo>
                  <a:lnTo>
                    <a:pt x="1414907" y="668909"/>
                  </a:lnTo>
                  <a:lnTo>
                    <a:pt x="1565783" y="699008"/>
                  </a:lnTo>
                  <a:lnTo>
                    <a:pt x="1721866" y="727710"/>
                  </a:lnTo>
                  <a:lnTo>
                    <a:pt x="1882775" y="754761"/>
                  </a:lnTo>
                  <a:lnTo>
                    <a:pt x="2048002" y="780034"/>
                  </a:lnTo>
                  <a:lnTo>
                    <a:pt x="2217293" y="803656"/>
                  </a:lnTo>
                  <a:lnTo>
                    <a:pt x="2390394" y="825373"/>
                  </a:lnTo>
                  <a:lnTo>
                    <a:pt x="2566797" y="845185"/>
                  </a:lnTo>
                  <a:lnTo>
                    <a:pt x="2746121" y="863003"/>
                  </a:lnTo>
                  <a:lnTo>
                    <a:pt x="2928112" y="878725"/>
                  </a:lnTo>
                  <a:lnTo>
                    <a:pt x="3112262" y="892251"/>
                  </a:lnTo>
                  <a:lnTo>
                    <a:pt x="3298317" y="903503"/>
                  </a:lnTo>
                  <a:lnTo>
                    <a:pt x="3485769" y="912368"/>
                  </a:lnTo>
                  <a:lnTo>
                    <a:pt x="3677081" y="918933"/>
                  </a:lnTo>
                  <a:lnTo>
                    <a:pt x="3678808" y="918933"/>
                  </a:lnTo>
                  <a:lnTo>
                    <a:pt x="3863848" y="922743"/>
                  </a:lnTo>
                  <a:lnTo>
                    <a:pt x="4053459" y="924090"/>
                  </a:lnTo>
                  <a:lnTo>
                    <a:pt x="4243197" y="922743"/>
                  </a:lnTo>
                  <a:lnTo>
                    <a:pt x="4432554" y="918933"/>
                  </a:lnTo>
                  <a:lnTo>
                    <a:pt x="4621149" y="912558"/>
                  </a:lnTo>
                  <a:lnTo>
                    <a:pt x="4646123" y="911390"/>
                  </a:lnTo>
                  <a:lnTo>
                    <a:pt x="4053459" y="911390"/>
                  </a:lnTo>
                  <a:lnTo>
                    <a:pt x="3863975" y="910056"/>
                  </a:lnTo>
                  <a:lnTo>
                    <a:pt x="3679660" y="906246"/>
                  </a:lnTo>
                  <a:lnTo>
                    <a:pt x="3677701" y="906246"/>
                  </a:lnTo>
                  <a:lnTo>
                    <a:pt x="3486277" y="899668"/>
                  </a:lnTo>
                  <a:lnTo>
                    <a:pt x="3299535" y="890843"/>
                  </a:lnTo>
                  <a:lnTo>
                    <a:pt x="3113024" y="879576"/>
                  </a:lnTo>
                  <a:lnTo>
                    <a:pt x="2929128" y="866063"/>
                  </a:lnTo>
                  <a:lnTo>
                    <a:pt x="2747264" y="850392"/>
                  </a:lnTo>
                  <a:lnTo>
                    <a:pt x="2570108" y="832689"/>
                  </a:lnTo>
                  <a:lnTo>
                    <a:pt x="2568879" y="832689"/>
                  </a:lnTo>
                  <a:lnTo>
                    <a:pt x="2391791" y="812800"/>
                  </a:lnTo>
                  <a:lnTo>
                    <a:pt x="2218944" y="791083"/>
                  </a:lnTo>
                  <a:lnTo>
                    <a:pt x="2049780" y="767461"/>
                  </a:lnTo>
                  <a:lnTo>
                    <a:pt x="1884680" y="742188"/>
                  </a:lnTo>
                  <a:lnTo>
                    <a:pt x="1724025" y="715137"/>
                  </a:lnTo>
                  <a:lnTo>
                    <a:pt x="1568196" y="686562"/>
                  </a:lnTo>
                  <a:lnTo>
                    <a:pt x="1417447" y="656463"/>
                  </a:lnTo>
                  <a:lnTo>
                    <a:pt x="1272997" y="625094"/>
                  </a:lnTo>
                  <a:lnTo>
                    <a:pt x="1133873" y="592074"/>
                  </a:lnTo>
                  <a:lnTo>
                    <a:pt x="1133348" y="592074"/>
                  </a:lnTo>
                  <a:lnTo>
                    <a:pt x="1000955" y="557902"/>
                  </a:lnTo>
                  <a:lnTo>
                    <a:pt x="1000473" y="557902"/>
                  </a:lnTo>
                  <a:lnTo>
                    <a:pt x="936498" y="540385"/>
                  </a:lnTo>
                  <a:lnTo>
                    <a:pt x="874551" y="522559"/>
                  </a:lnTo>
                  <a:lnTo>
                    <a:pt x="874243" y="522559"/>
                  </a:lnTo>
                  <a:lnTo>
                    <a:pt x="813943" y="504444"/>
                  </a:lnTo>
                  <a:lnTo>
                    <a:pt x="757577" y="486913"/>
                  </a:lnTo>
                  <a:lnTo>
                    <a:pt x="698373" y="467487"/>
                  </a:lnTo>
                  <a:lnTo>
                    <a:pt x="643509" y="448818"/>
                  </a:lnTo>
                  <a:lnTo>
                    <a:pt x="590677" y="429641"/>
                  </a:lnTo>
                  <a:lnTo>
                    <a:pt x="540040" y="410573"/>
                  </a:lnTo>
                  <a:lnTo>
                    <a:pt x="539706" y="410573"/>
                  </a:lnTo>
                  <a:lnTo>
                    <a:pt x="490728" y="391032"/>
                  </a:lnTo>
                  <a:lnTo>
                    <a:pt x="446551" y="372426"/>
                  </a:lnTo>
                  <a:lnTo>
                    <a:pt x="399415" y="351536"/>
                  </a:lnTo>
                  <a:lnTo>
                    <a:pt x="357013" y="331597"/>
                  </a:lnTo>
                  <a:lnTo>
                    <a:pt x="316611" y="311276"/>
                  </a:lnTo>
                  <a:lnTo>
                    <a:pt x="277663" y="290449"/>
                  </a:lnTo>
                  <a:lnTo>
                    <a:pt x="243078" y="270510"/>
                  </a:lnTo>
                  <a:lnTo>
                    <a:pt x="210044" y="250084"/>
                  </a:lnTo>
                  <a:lnTo>
                    <a:pt x="209823" y="249906"/>
                  </a:lnTo>
                  <a:lnTo>
                    <a:pt x="179827" y="229951"/>
                  </a:lnTo>
                  <a:lnTo>
                    <a:pt x="177755" y="228473"/>
                  </a:lnTo>
                  <a:lnTo>
                    <a:pt x="151778" y="209383"/>
                  </a:lnTo>
                  <a:lnTo>
                    <a:pt x="150924" y="208699"/>
                  </a:lnTo>
                  <a:lnTo>
                    <a:pt x="149376" y="207518"/>
                  </a:lnTo>
                  <a:lnTo>
                    <a:pt x="125787" y="188568"/>
                  </a:lnTo>
                  <a:lnTo>
                    <a:pt x="125019" y="187879"/>
                  </a:lnTo>
                  <a:lnTo>
                    <a:pt x="124824" y="187732"/>
                  </a:lnTo>
                  <a:lnTo>
                    <a:pt x="123327" y="186436"/>
                  </a:lnTo>
                  <a:lnTo>
                    <a:pt x="101869" y="167108"/>
                  </a:lnTo>
                  <a:lnTo>
                    <a:pt x="101711" y="167108"/>
                  </a:lnTo>
                  <a:lnTo>
                    <a:pt x="81258" y="146164"/>
                  </a:lnTo>
                  <a:lnTo>
                    <a:pt x="80856" y="145832"/>
                  </a:lnTo>
                  <a:lnTo>
                    <a:pt x="63530" y="125739"/>
                  </a:lnTo>
                  <a:lnTo>
                    <a:pt x="63264" y="125374"/>
                  </a:lnTo>
                  <a:lnTo>
                    <a:pt x="62884" y="124918"/>
                  </a:lnTo>
                  <a:lnTo>
                    <a:pt x="47329" y="103480"/>
                  </a:lnTo>
                  <a:lnTo>
                    <a:pt x="25273" y="62103"/>
                  </a:lnTo>
                  <a:lnTo>
                    <a:pt x="14156" y="21462"/>
                  </a:lnTo>
                  <a:lnTo>
                    <a:pt x="14039" y="21060"/>
                  </a:lnTo>
                  <a:lnTo>
                    <a:pt x="13970" y="20574"/>
                  </a:lnTo>
                  <a:lnTo>
                    <a:pt x="13559" y="13207"/>
                  </a:lnTo>
                  <a:lnTo>
                    <a:pt x="12749" y="762"/>
                  </a:lnTo>
                  <a:lnTo>
                    <a:pt x="12700" y="0"/>
                  </a:lnTo>
                  <a:close/>
                </a:path>
                <a:path w="8119745" h="924560">
                  <a:moveTo>
                    <a:pt x="7853958" y="299697"/>
                  </a:moveTo>
                  <a:lnTo>
                    <a:pt x="7828207" y="299697"/>
                  </a:lnTo>
                  <a:lnTo>
                    <a:pt x="7790188" y="319650"/>
                  </a:lnTo>
                  <a:lnTo>
                    <a:pt x="7750058" y="339587"/>
                  </a:lnTo>
                  <a:lnTo>
                    <a:pt x="7707503" y="359282"/>
                  </a:lnTo>
                  <a:lnTo>
                    <a:pt x="7662799" y="378841"/>
                  </a:lnTo>
                  <a:lnTo>
                    <a:pt x="7616063" y="398272"/>
                  </a:lnTo>
                  <a:lnTo>
                    <a:pt x="7567168" y="417449"/>
                  </a:lnTo>
                  <a:lnTo>
                    <a:pt x="7516241" y="436372"/>
                  </a:lnTo>
                  <a:lnTo>
                    <a:pt x="7463282" y="455168"/>
                  </a:lnTo>
                  <a:lnTo>
                    <a:pt x="7408418" y="473710"/>
                  </a:lnTo>
                  <a:lnTo>
                    <a:pt x="7351649" y="491998"/>
                  </a:lnTo>
                  <a:lnTo>
                    <a:pt x="7292975" y="510031"/>
                  </a:lnTo>
                  <a:lnTo>
                    <a:pt x="7232650" y="527939"/>
                  </a:lnTo>
                  <a:lnTo>
                    <a:pt x="7170420" y="545465"/>
                  </a:lnTo>
                  <a:lnTo>
                    <a:pt x="7106412" y="562737"/>
                  </a:lnTo>
                  <a:lnTo>
                    <a:pt x="7040753" y="579755"/>
                  </a:lnTo>
                  <a:lnTo>
                    <a:pt x="6973570" y="596392"/>
                  </a:lnTo>
                  <a:lnTo>
                    <a:pt x="6834505" y="628904"/>
                  </a:lnTo>
                  <a:lnTo>
                    <a:pt x="6689344" y="660019"/>
                  </a:lnTo>
                  <a:lnTo>
                    <a:pt x="6538722" y="689610"/>
                  </a:lnTo>
                  <a:lnTo>
                    <a:pt x="6382893" y="717804"/>
                  </a:lnTo>
                  <a:lnTo>
                    <a:pt x="6222238" y="744474"/>
                  </a:lnTo>
                  <a:lnTo>
                    <a:pt x="6066615" y="768056"/>
                  </a:lnTo>
                  <a:lnTo>
                    <a:pt x="5887974" y="792734"/>
                  </a:lnTo>
                  <a:lnTo>
                    <a:pt x="5715000" y="814197"/>
                  </a:lnTo>
                  <a:lnTo>
                    <a:pt x="5548451" y="832689"/>
                  </a:lnTo>
                  <a:lnTo>
                    <a:pt x="5359654" y="851154"/>
                  </a:lnTo>
                  <a:lnTo>
                    <a:pt x="5177917" y="866635"/>
                  </a:lnTo>
                  <a:lnTo>
                    <a:pt x="4993894" y="879970"/>
                  </a:lnTo>
                  <a:lnTo>
                    <a:pt x="4807966" y="891108"/>
                  </a:lnTo>
                  <a:lnTo>
                    <a:pt x="4620641" y="899871"/>
                  </a:lnTo>
                  <a:lnTo>
                    <a:pt x="4432173" y="906246"/>
                  </a:lnTo>
                  <a:lnTo>
                    <a:pt x="4243070" y="910056"/>
                  </a:lnTo>
                  <a:lnTo>
                    <a:pt x="4053459" y="911390"/>
                  </a:lnTo>
                  <a:lnTo>
                    <a:pt x="4646123" y="911390"/>
                  </a:lnTo>
                  <a:lnTo>
                    <a:pt x="4808728" y="903782"/>
                  </a:lnTo>
                  <a:lnTo>
                    <a:pt x="4994783" y="892632"/>
                  </a:lnTo>
                  <a:lnTo>
                    <a:pt x="5178933" y="879297"/>
                  </a:lnTo>
                  <a:lnTo>
                    <a:pt x="5360797" y="863854"/>
                  </a:lnTo>
                  <a:lnTo>
                    <a:pt x="5540121" y="846328"/>
                  </a:lnTo>
                  <a:lnTo>
                    <a:pt x="5716524" y="826770"/>
                  </a:lnTo>
                  <a:lnTo>
                    <a:pt x="5889625" y="805307"/>
                  </a:lnTo>
                  <a:lnTo>
                    <a:pt x="6058916" y="781939"/>
                  </a:lnTo>
                  <a:lnTo>
                    <a:pt x="6224270" y="757047"/>
                  </a:lnTo>
                  <a:lnTo>
                    <a:pt x="6385052" y="730377"/>
                  </a:lnTo>
                  <a:lnTo>
                    <a:pt x="6541135" y="702183"/>
                  </a:lnTo>
                  <a:lnTo>
                    <a:pt x="6692011" y="672338"/>
                  </a:lnTo>
                  <a:lnTo>
                    <a:pt x="6837299" y="641223"/>
                  </a:lnTo>
                  <a:lnTo>
                    <a:pt x="6976618" y="608711"/>
                  </a:lnTo>
                  <a:lnTo>
                    <a:pt x="7043928" y="592074"/>
                  </a:lnTo>
                  <a:lnTo>
                    <a:pt x="7109714" y="575056"/>
                  </a:lnTo>
                  <a:lnTo>
                    <a:pt x="7236206" y="540131"/>
                  </a:lnTo>
                  <a:lnTo>
                    <a:pt x="7296658" y="522224"/>
                  </a:lnTo>
                  <a:lnTo>
                    <a:pt x="7355586" y="504063"/>
                  </a:lnTo>
                  <a:lnTo>
                    <a:pt x="7412482" y="485775"/>
                  </a:lnTo>
                  <a:lnTo>
                    <a:pt x="7467600" y="467232"/>
                  </a:lnTo>
                  <a:lnTo>
                    <a:pt x="7520558" y="448310"/>
                  </a:lnTo>
                  <a:lnTo>
                    <a:pt x="7571740" y="429260"/>
                  </a:lnTo>
                  <a:lnTo>
                    <a:pt x="7620889" y="410082"/>
                  </a:lnTo>
                  <a:lnTo>
                    <a:pt x="7667879" y="390525"/>
                  </a:lnTo>
                  <a:lnTo>
                    <a:pt x="7712837" y="370839"/>
                  </a:lnTo>
                  <a:lnTo>
                    <a:pt x="7755636" y="351028"/>
                  </a:lnTo>
                  <a:lnTo>
                    <a:pt x="7796022" y="330962"/>
                  </a:lnTo>
                  <a:lnTo>
                    <a:pt x="7834376" y="310769"/>
                  </a:lnTo>
                  <a:lnTo>
                    <a:pt x="7853958" y="299697"/>
                  </a:lnTo>
                  <a:close/>
                </a:path>
                <a:path w="8119745" h="924560">
                  <a:moveTo>
                    <a:pt x="2558962" y="831575"/>
                  </a:moveTo>
                  <a:lnTo>
                    <a:pt x="2568879" y="832689"/>
                  </a:lnTo>
                  <a:lnTo>
                    <a:pt x="2570108" y="832689"/>
                  </a:lnTo>
                  <a:lnTo>
                    <a:pt x="2558962" y="831575"/>
                  </a:lnTo>
                  <a:close/>
                </a:path>
                <a:path w="8119745" h="924560">
                  <a:moveTo>
                    <a:pt x="1122409" y="589303"/>
                  </a:moveTo>
                  <a:lnTo>
                    <a:pt x="1133348" y="592074"/>
                  </a:lnTo>
                  <a:lnTo>
                    <a:pt x="1133873" y="592074"/>
                  </a:lnTo>
                  <a:lnTo>
                    <a:pt x="1122409" y="589303"/>
                  </a:lnTo>
                  <a:close/>
                </a:path>
                <a:path w="8119745" h="924560">
                  <a:moveTo>
                    <a:pt x="988695" y="554677"/>
                  </a:moveTo>
                  <a:lnTo>
                    <a:pt x="1000473" y="557902"/>
                  </a:lnTo>
                  <a:lnTo>
                    <a:pt x="1000955" y="557902"/>
                  </a:lnTo>
                  <a:lnTo>
                    <a:pt x="988695" y="554677"/>
                  </a:lnTo>
                  <a:close/>
                </a:path>
                <a:path w="8119745" h="924560">
                  <a:moveTo>
                    <a:pt x="867252" y="520459"/>
                  </a:moveTo>
                  <a:lnTo>
                    <a:pt x="874243" y="522559"/>
                  </a:lnTo>
                  <a:lnTo>
                    <a:pt x="874551" y="522559"/>
                  </a:lnTo>
                  <a:lnTo>
                    <a:pt x="867252" y="520459"/>
                  </a:lnTo>
                  <a:close/>
                </a:path>
                <a:path w="8119745" h="924560">
                  <a:moveTo>
                    <a:pt x="534081" y="408329"/>
                  </a:moveTo>
                  <a:lnTo>
                    <a:pt x="539706" y="410573"/>
                  </a:lnTo>
                  <a:lnTo>
                    <a:pt x="540040" y="410573"/>
                  </a:lnTo>
                  <a:lnTo>
                    <a:pt x="534081" y="408329"/>
                  </a:lnTo>
                  <a:close/>
                </a:path>
                <a:path w="8119745" h="924560">
                  <a:moveTo>
                    <a:pt x="7752041" y="338604"/>
                  </a:moveTo>
                  <a:lnTo>
                    <a:pt x="7749923" y="339587"/>
                  </a:lnTo>
                  <a:lnTo>
                    <a:pt x="7750058" y="339587"/>
                  </a:lnTo>
                  <a:lnTo>
                    <a:pt x="7752041" y="338604"/>
                  </a:lnTo>
                  <a:close/>
                </a:path>
                <a:path w="8119745" h="924560">
                  <a:moveTo>
                    <a:pt x="8071548" y="95215"/>
                  </a:moveTo>
                  <a:lnTo>
                    <a:pt x="8061831" y="111125"/>
                  </a:lnTo>
                  <a:lnTo>
                    <a:pt x="8059420" y="115188"/>
                  </a:lnTo>
                  <a:lnTo>
                    <a:pt x="8044060" y="135777"/>
                  </a:lnTo>
                  <a:lnTo>
                    <a:pt x="8027751" y="154559"/>
                  </a:lnTo>
                  <a:lnTo>
                    <a:pt x="8026146" y="156463"/>
                  </a:lnTo>
                  <a:lnTo>
                    <a:pt x="8006340" y="176149"/>
                  </a:lnTo>
                  <a:lnTo>
                    <a:pt x="8005557" y="177047"/>
                  </a:lnTo>
                  <a:lnTo>
                    <a:pt x="7982218" y="197755"/>
                  </a:lnTo>
                  <a:lnTo>
                    <a:pt x="7981924" y="197961"/>
                  </a:lnTo>
                  <a:lnTo>
                    <a:pt x="7956386" y="218267"/>
                  </a:lnTo>
                  <a:lnTo>
                    <a:pt x="7956195" y="218476"/>
                  </a:lnTo>
                  <a:lnTo>
                    <a:pt x="7955833" y="218694"/>
                  </a:lnTo>
                  <a:lnTo>
                    <a:pt x="7955414" y="219039"/>
                  </a:lnTo>
                  <a:lnTo>
                    <a:pt x="7927848" y="238887"/>
                  </a:lnTo>
                  <a:lnTo>
                    <a:pt x="7897904" y="258725"/>
                  </a:lnTo>
                  <a:lnTo>
                    <a:pt x="7863338" y="279754"/>
                  </a:lnTo>
                  <a:lnTo>
                    <a:pt x="7824731" y="301524"/>
                  </a:lnTo>
                  <a:lnTo>
                    <a:pt x="7828207" y="299697"/>
                  </a:lnTo>
                  <a:lnTo>
                    <a:pt x="7853958" y="299697"/>
                  </a:lnTo>
                  <a:lnTo>
                    <a:pt x="7870317" y="290449"/>
                  </a:lnTo>
                  <a:lnTo>
                    <a:pt x="7903845" y="270001"/>
                  </a:lnTo>
                  <a:lnTo>
                    <a:pt x="7963916" y="228473"/>
                  </a:lnTo>
                  <a:lnTo>
                    <a:pt x="8014081" y="186436"/>
                  </a:lnTo>
                  <a:lnTo>
                    <a:pt x="8053832" y="143891"/>
                  </a:lnTo>
                  <a:lnTo>
                    <a:pt x="8083169" y="100584"/>
                  </a:lnTo>
                  <a:lnTo>
                    <a:pt x="8084855" y="95757"/>
                  </a:lnTo>
                  <a:lnTo>
                    <a:pt x="8071358" y="95757"/>
                  </a:lnTo>
                  <a:lnTo>
                    <a:pt x="8071548" y="95215"/>
                  </a:lnTo>
                  <a:close/>
                </a:path>
                <a:path w="8119745" h="924560">
                  <a:moveTo>
                    <a:pt x="8005557" y="177047"/>
                  </a:moveTo>
                  <a:lnTo>
                    <a:pt x="8005047" y="177387"/>
                  </a:lnTo>
                  <a:lnTo>
                    <a:pt x="8004404" y="178073"/>
                  </a:lnTo>
                  <a:lnTo>
                    <a:pt x="8005177" y="177387"/>
                  </a:lnTo>
                  <a:lnTo>
                    <a:pt x="8005437" y="177047"/>
                  </a:lnTo>
                  <a:close/>
                </a:path>
                <a:path w="8119745" h="924560">
                  <a:moveTo>
                    <a:pt x="101538" y="166809"/>
                  </a:moveTo>
                  <a:lnTo>
                    <a:pt x="101711" y="167108"/>
                  </a:lnTo>
                  <a:lnTo>
                    <a:pt x="101869" y="167108"/>
                  </a:lnTo>
                  <a:lnTo>
                    <a:pt x="101538" y="166809"/>
                  </a:lnTo>
                  <a:close/>
                </a:path>
                <a:path w="8119745" h="924560">
                  <a:moveTo>
                    <a:pt x="100526" y="165898"/>
                  </a:moveTo>
                  <a:lnTo>
                    <a:pt x="101412" y="166809"/>
                  </a:lnTo>
                  <a:lnTo>
                    <a:pt x="101391" y="166628"/>
                  </a:lnTo>
                  <a:lnTo>
                    <a:pt x="100526" y="165898"/>
                  </a:lnTo>
                  <a:close/>
                </a:path>
                <a:path w="8119745" h="924560">
                  <a:moveTo>
                    <a:pt x="8114109" y="72643"/>
                  </a:moveTo>
                  <a:lnTo>
                    <a:pt x="8079486" y="72643"/>
                  </a:lnTo>
                  <a:lnTo>
                    <a:pt x="8091424" y="76962"/>
                  </a:lnTo>
                  <a:lnTo>
                    <a:pt x="8087426" y="88401"/>
                  </a:lnTo>
                  <a:lnTo>
                    <a:pt x="8119491" y="96266"/>
                  </a:lnTo>
                  <a:lnTo>
                    <a:pt x="8114109" y="72643"/>
                  </a:lnTo>
                  <a:close/>
                </a:path>
                <a:path w="8119745" h="924560">
                  <a:moveTo>
                    <a:pt x="8085299" y="94487"/>
                  </a:moveTo>
                  <a:lnTo>
                    <a:pt x="8071993" y="94487"/>
                  </a:lnTo>
                  <a:lnTo>
                    <a:pt x="8071358" y="95757"/>
                  </a:lnTo>
                  <a:lnTo>
                    <a:pt x="8084855" y="95757"/>
                  </a:lnTo>
                  <a:lnTo>
                    <a:pt x="8085299" y="94487"/>
                  </a:lnTo>
                  <a:close/>
                </a:path>
                <a:path w="8119745" h="924560">
                  <a:moveTo>
                    <a:pt x="8075015" y="85356"/>
                  </a:moveTo>
                  <a:lnTo>
                    <a:pt x="8071548" y="95215"/>
                  </a:lnTo>
                  <a:lnTo>
                    <a:pt x="8071993" y="94487"/>
                  </a:lnTo>
                  <a:lnTo>
                    <a:pt x="8085299" y="94487"/>
                  </a:lnTo>
                  <a:lnTo>
                    <a:pt x="8087426" y="88401"/>
                  </a:lnTo>
                  <a:lnTo>
                    <a:pt x="8075015" y="85356"/>
                  </a:lnTo>
                  <a:close/>
                </a:path>
                <a:path w="8119745" h="924560">
                  <a:moveTo>
                    <a:pt x="8079486" y="72643"/>
                  </a:moveTo>
                  <a:lnTo>
                    <a:pt x="8075015" y="85356"/>
                  </a:lnTo>
                  <a:lnTo>
                    <a:pt x="8087426" y="88401"/>
                  </a:lnTo>
                  <a:lnTo>
                    <a:pt x="8091424" y="76962"/>
                  </a:lnTo>
                  <a:lnTo>
                    <a:pt x="8079486" y="72643"/>
                  </a:lnTo>
                  <a:close/>
                </a:path>
                <a:path w="8119745" h="924560">
                  <a:moveTo>
                    <a:pt x="8100568" y="13207"/>
                  </a:moveTo>
                  <a:lnTo>
                    <a:pt x="8045450" y="78105"/>
                  </a:lnTo>
                  <a:lnTo>
                    <a:pt x="8075015" y="85356"/>
                  </a:lnTo>
                  <a:lnTo>
                    <a:pt x="8079486" y="72643"/>
                  </a:lnTo>
                  <a:lnTo>
                    <a:pt x="8114109" y="72643"/>
                  </a:lnTo>
                  <a:lnTo>
                    <a:pt x="8100568" y="13207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2036445" y="1609725"/>
            <a:ext cx="8164195" cy="866775"/>
          </a:xfrm>
          <a:custGeom>
            <a:avLst/>
            <a:gdLst/>
            <a:ahLst/>
            <a:cxnLst/>
            <a:rect l="l" t="t" r="r" b="b"/>
            <a:pathLst>
              <a:path w="8164195" h="866775">
                <a:moveTo>
                  <a:pt x="7835594" y="556139"/>
                </a:moveTo>
                <a:lnTo>
                  <a:pt x="7805579" y="556139"/>
                </a:lnTo>
                <a:lnTo>
                  <a:pt x="7845933" y="574928"/>
                </a:lnTo>
                <a:lnTo>
                  <a:pt x="7884033" y="593978"/>
                </a:lnTo>
                <a:lnTo>
                  <a:pt x="7919847" y="613155"/>
                </a:lnTo>
                <a:lnTo>
                  <a:pt x="7984362" y="651763"/>
                </a:lnTo>
                <a:lnTo>
                  <a:pt x="8038464" y="690372"/>
                </a:lnTo>
                <a:lnTo>
                  <a:pt x="8082831" y="729785"/>
                </a:lnTo>
                <a:lnTo>
                  <a:pt x="8116099" y="768800"/>
                </a:lnTo>
                <a:lnTo>
                  <a:pt x="8116495" y="769205"/>
                </a:lnTo>
                <a:lnTo>
                  <a:pt x="8116644" y="769492"/>
                </a:lnTo>
                <a:lnTo>
                  <a:pt x="8116863" y="769775"/>
                </a:lnTo>
                <a:lnTo>
                  <a:pt x="8128898" y="788389"/>
                </a:lnTo>
                <a:lnTo>
                  <a:pt x="8129083" y="788797"/>
                </a:lnTo>
                <a:lnTo>
                  <a:pt x="8138588" y="807569"/>
                </a:lnTo>
                <a:lnTo>
                  <a:pt x="8138683" y="807830"/>
                </a:lnTo>
                <a:lnTo>
                  <a:pt x="8138922" y="808227"/>
                </a:lnTo>
                <a:lnTo>
                  <a:pt x="8138774" y="808227"/>
                </a:lnTo>
                <a:lnTo>
                  <a:pt x="8144463" y="823722"/>
                </a:lnTo>
                <a:lnTo>
                  <a:pt x="8145653" y="826897"/>
                </a:lnTo>
                <a:lnTo>
                  <a:pt x="8145707" y="827060"/>
                </a:lnTo>
                <a:lnTo>
                  <a:pt x="8145820" y="827659"/>
                </a:lnTo>
                <a:lnTo>
                  <a:pt x="8149594" y="844803"/>
                </a:lnTo>
                <a:lnTo>
                  <a:pt x="8149971" y="846201"/>
                </a:lnTo>
                <a:lnTo>
                  <a:pt x="8151427" y="865377"/>
                </a:lnTo>
                <a:lnTo>
                  <a:pt x="8151495" y="866266"/>
                </a:lnTo>
                <a:lnTo>
                  <a:pt x="8164068" y="865377"/>
                </a:lnTo>
                <a:lnTo>
                  <a:pt x="8162713" y="847089"/>
                </a:lnTo>
                <a:lnTo>
                  <a:pt x="8162647" y="846201"/>
                </a:lnTo>
                <a:lnTo>
                  <a:pt x="8162544" y="844803"/>
                </a:lnTo>
                <a:lnTo>
                  <a:pt x="8157972" y="823722"/>
                </a:lnTo>
                <a:lnTo>
                  <a:pt x="8152303" y="808227"/>
                </a:lnTo>
                <a:lnTo>
                  <a:pt x="8138922" y="808227"/>
                </a:lnTo>
                <a:lnTo>
                  <a:pt x="8138720" y="807830"/>
                </a:lnTo>
                <a:lnTo>
                  <a:pt x="8152158" y="807830"/>
                </a:lnTo>
                <a:lnTo>
                  <a:pt x="8150352" y="802894"/>
                </a:lnTo>
                <a:lnTo>
                  <a:pt x="8126603" y="761619"/>
                </a:lnTo>
                <a:lnTo>
                  <a:pt x="8091932" y="720851"/>
                </a:lnTo>
                <a:lnTo>
                  <a:pt x="8046720" y="680720"/>
                </a:lnTo>
                <a:lnTo>
                  <a:pt x="7991221" y="641096"/>
                </a:lnTo>
                <a:lnTo>
                  <a:pt x="7925943" y="601979"/>
                </a:lnTo>
                <a:lnTo>
                  <a:pt x="7889748" y="582676"/>
                </a:lnTo>
                <a:lnTo>
                  <a:pt x="7851394" y="563499"/>
                </a:lnTo>
                <a:lnTo>
                  <a:pt x="7835594" y="556139"/>
                </a:lnTo>
                <a:close/>
              </a:path>
              <a:path w="8164195" h="866775">
                <a:moveTo>
                  <a:pt x="0" y="769492"/>
                </a:moveTo>
                <a:lnTo>
                  <a:pt x="16382" y="853059"/>
                </a:lnTo>
                <a:lnTo>
                  <a:pt x="69627" y="794003"/>
                </a:lnTo>
                <a:lnTo>
                  <a:pt x="39369" y="794003"/>
                </a:lnTo>
                <a:lnTo>
                  <a:pt x="27305" y="789813"/>
                </a:lnTo>
                <a:lnTo>
                  <a:pt x="31462" y="778202"/>
                </a:lnTo>
                <a:lnTo>
                  <a:pt x="0" y="769492"/>
                </a:lnTo>
                <a:close/>
              </a:path>
              <a:path w="8164195" h="866775">
                <a:moveTo>
                  <a:pt x="31462" y="778202"/>
                </a:moveTo>
                <a:lnTo>
                  <a:pt x="27305" y="789813"/>
                </a:lnTo>
                <a:lnTo>
                  <a:pt x="39369" y="794003"/>
                </a:lnTo>
                <a:lnTo>
                  <a:pt x="43737" y="781600"/>
                </a:lnTo>
                <a:lnTo>
                  <a:pt x="31462" y="778202"/>
                </a:lnTo>
                <a:close/>
              </a:path>
              <a:path w="8164195" h="866775">
                <a:moveTo>
                  <a:pt x="43737" y="781600"/>
                </a:moveTo>
                <a:lnTo>
                  <a:pt x="39369" y="794003"/>
                </a:lnTo>
                <a:lnTo>
                  <a:pt x="69627" y="794003"/>
                </a:lnTo>
                <a:lnTo>
                  <a:pt x="73406" y="789813"/>
                </a:lnTo>
                <a:lnTo>
                  <a:pt x="43737" y="781600"/>
                </a:lnTo>
                <a:close/>
              </a:path>
              <a:path w="8164195" h="866775">
                <a:moveTo>
                  <a:pt x="4087114" y="0"/>
                </a:moveTo>
                <a:lnTo>
                  <a:pt x="3896232" y="1270"/>
                </a:lnTo>
                <a:lnTo>
                  <a:pt x="3705859" y="4952"/>
                </a:lnTo>
                <a:lnTo>
                  <a:pt x="3512085" y="11049"/>
                </a:lnTo>
                <a:lnTo>
                  <a:pt x="3513175" y="11049"/>
                </a:lnTo>
                <a:lnTo>
                  <a:pt x="3327527" y="19050"/>
                </a:lnTo>
                <a:lnTo>
                  <a:pt x="3140329" y="29463"/>
                </a:lnTo>
                <a:lnTo>
                  <a:pt x="2955163" y="41910"/>
                </a:lnTo>
                <a:lnTo>
                  <a:pt x="2772156" y="56387"/>
                </a:lnTo>
                <a:lnTo>
                  <a:pt x="2591816" y="72771"/>
                </a:lnTo>
                <a:lnTo>
                  <a:pt x="2414397" y="91186"/>
                </a:lnTo>
                <a:lnTo>
                  <a:pt x="2240280" y="111251"/>
                </a:lnTo>
                <a:lnTo>
                  <a:pt x="2069972" y="132969"/>
                </a:lnTo>
                <a:lnTo>
                  <a:pt x="1903730" y="156463"/>
                </a:lnTo>
                <a:lnTo>
                  <a:pt x="1741932" y="181355"/>
                </a:lnTo>
                <a:lnTo>
                  <a:pt x="1584959" y="207772"/>
                </a:lnTo>
                <a:lnTo>
                  <a:pt x="1433321" y="235585"/>
                </a:lnTo>
                <a:lnTo>
                  <a:pt x="1287271" y="264795"/>
                </a:lnTo>
                <a:lnTo>
                  <a:pt x="1216279" y="279780"/>
                </a:lnTo>
                <a:lnTo>
                  <a:pt x="1079246" y="310769"/>
                </a:lnTo>
                <a:lnTo>
                  <a:pt x="948690" y="342900"/>
                </a:lnTo>
                <a:lnTo>
                  <a:pt x="885952" y="359283"/>
                </a:lnTo>
                <a:lnTo>
                  <a:pt x="765937" y="393064"/>
                </a:lnTo>
                <a:lnTo>
                  <a:pt x="708660" y="410210"/>
                </a:lnTo>
                <a:lnTo>
                  <a:pt x="653288" y="427609"/>
                </a:lnTo>
                <a:lnTo>
                  <a:pt x="599821" y="445262"/>
                </a:lnTo>
                <a:lnTo>
                  <a:pt x="548386" y="463169"/>
                </a:lnTo>
                <a:lnTo>
                  <a:pt x="499110" y="481202"/>
                </a:lnTo>
                <a:lnTo>
                  <a:pt x="451866" y="499363"/>
                </a:lnTo>
                <a:lnTo>
                  <a:pt x="406654" y="517778"/>
                </a:lnTo>
                <a:lnTo>
                  <a:pt x="363600" y="536321"/>
                </a:lnTo>
                <a:lnTo>
                  <a:pt x="322834" y="555116"/>
                </a:lnTo>
                <a:lnTo>
                  <a:pt x="284353" y="574039"/>
                </a:lnTo>
                <a:lnTo>
                  <a:pt x="248285" y="593089"/>
                </a:lnTo>
                <a:lnTo>
                  <a:pt x="214375" y="612266"/>
                </a:lnTo>
                <a:lnTo>
                  <a:pt x="154050" y="651128"/>
                </a:lnTo>
                <a:lnTo>
                  <a:pt x="103631" y="690372"/>
                </a:lnTo>
                <a:lnTo>
                  <a:pt x="63627" y="730250"/>
                </a:lnTo>
                <a:lnTo>
                  <a:pt x="34036" y="771016"/>
                </a:lnTo>
                <a:lnTo>
                  <a:pt x="31462" y="778202"/>
                </a:lnTo>
                <a:lnTo>
                  <a:pt x="43737" y="781600"/>
                </a:lnTo>
                <a:lnTo>
                  <a:pt x="45272" y="777239"/>
                </a:lnTo>
                <a:lnTo>
                  <a:pt x="45085" y="777239"/>
                </a:lnTo>
                <a:lnTo>
                  <a:pt x="45719" y="775970"/>
                </a:lnTo>
                <a:lnTo>
                  <a:pt x="45920" y="775970"/>
                </a:lnTo>
                <a:lnTo>
                  <a:pt x="57704" y="758063"/>
                </a:lnTo>
                <a:lnTo>
                  <a:pt x="57904" y="757733"/>
                </a:lnTo>
                <a:lnTo>
                  <a:pt x="73551" y="738196"/>
                </a:lnTo>
                <a:lnTo>
                  <a:pt x="111727" y="700155"/>
                </a:lnTo>
                <a:lnTo>
                  <a:pt x="162254" y="660894"/>
                </a:lnTo>
                <a:lnTo>
                  <a:pt x="221295" y="622866"/>
                </a:lnTo>
                <a:lnTo>
                  <a:pt x="290194" y="585342"/>
                </a:lnTo>
                <a:lnTo>
                  <a:pt x="328217" y="566647"/>
                </a:lnTo>
                <a:lnTo>
                  <a:pt x="327948" y="566647"/>
                </a:lnTo>
                <a:lnTo>
                  <a:pt x="368781" y="547948"/>
                </a:lnTo>
                <a:lnTo>
                  <a:pt x="411606" y="529463"/>
                </a:lnTo>
                <a:lnTo>
                  <a:pt x="458859" y="510241"/>
                </a:lnTo>
                <a:lnTo>
                  <a:pt x="503555" y="493013"/>
                </a:lnTo>
                <a:lnTo>
                  <a:pt x="552704" y="475107"/>
                </a:lnTo>
                <a:lnTo>
                  <a:pt x="604012" y="457326"/>
                </a:lnTo>
                <a:lnTo>
                  <a:pt x="657225" y="439674"/>
                </a:lnTo>
                <a:lnTo>
                  <a:pt x="712469" y="422401"/>
                </a:lnTo>
                <a:lnTo>
                  <a:pt x="769493" y="405257"/>
                </a:lnTo>
                <a:lnTo>
                  <a:pt x="828548" y="388365"/>
                </a:lnTo>
                <a:lnTo>
                  <a:pt x="889381" y="371601"/>
                </a:lnTo>
                <a:lnTo>
                  <a:pt x="951865" y="355219"/>
                </a:lnTo>
                <a:lnTo>
                  <a:pt x="1082167" y="323214"/>
                </a:lnTo>
                <a:lnTo>
                  <a:pt x="1219072" y="292226"/>
                </a:lnTo>
                <a:lnTo>
                  <a:pt x="1289812" y="277240"/>
                </a:lnTo>
                <a:lnTo>
                  <a:pt x="1437281" y="247747"/>
                </a:lnTo>
                <a:lnTo>
                  <a:pt x="1586686" y="220320"/>
                </a:lnTo>
                <a:lnTo>
                  <a:pt x="1744091" y="193928"/>
                </a:lnTo>
                <a:lnTo>
                  <a:pt x="1905634" y="168910"/>
                </a:lnTo>
                <a:lnTo>
                  <a:pt x="2071751" y="145541"/>
                </a:lnTo>
                <a:lnTo>
                  <a:pt x="2241804" y="123825"/>
                </a:lnTo>
                <a:lnTo>
                  <a:pt x="2415794" y="103759"/>
                </a:lnTo>
                <a:lnTo>
                  <a:pt x="2593085" y="85471"/>
                </a:lnTo>
                <a:lnTo>
                  <a:pt x="2773408" y="69078"/>
                </a:lnTo>
                <a:lnTo>
                  <a:pt x="2956052" y="54610"/>
                </a:lnTo>
                <a:lnTo>
                  <a:pt x="3141218" y="42163"/>
                </a:lnTo>
                <a:lnTo>
                  <a:pt x="3328162" y="31750"/>
                </a:lnTo>
                <a:lnTo>
                  <a:pt x="3516629" y="23622"/>
                </a:lnTo>
                <a:lnTo>
                  <a:pt x="3702290" y="17652"/>
                </a:lnTo>
                <a:lnTo>
                  <a:pt x="3699451" y="17652"/>
                </a:lnTo>
                <a:lnTo>
                  <a:pt x="3896359" y="13970"/>
                </a:lnTo>
                <a:lnTo>
                  <a:pt x="4695253" y="12700"/>
                </a:lnTo>
                <a:lnTo>
                  <a:pt x="4658106" y="11049"/>
                </a:lnTo>
                <a:lnTo>
                  <a:pt x="4468368" y="4952"/>
                </a:lnTo>
                <a:lnTo>
                  <a:pt x="4277995" y="1270"/>
                </a:lnTo>
                <a:lnTo>
                  <a:pt x="4087114" y="0"/>
                </a:lnTo>
                <a:close/>
              </a:path>
              <a:path w="8164195" h="866775">
                <a:moveTo>
                  <a:pt x="45488" y="776626"/>
                </a:moveTo>
                <a:lnTo>
                  <a:pt x="45085" y="777239"/>
                </a:lnTo>
                <a:lnTo>
                  <a:pt x="45272" y="777239"/>
                </a:lnTo>
                <a:lnTo>
                  <a:pt x="45488" y="776626"/>
                </a:lnTo>
                <a:close/>
              </a:path>
              <a:path w="8164195" h="866775">
                <a:moveTo>
                  <a:pt x="45920" y="775970"/>
                </a:moveTo>
                <a:lnTo>
                  <a:pt x="45719" y="775970"/>
                </a:lnTo>
                <a:lnTo>
                  <a:pt x="45488" y="776626"/>
                </a:lnTo>
                <a:lnTo>
                  <a:pt x="45920" y="775970"/>
                </a:lnTo>
                <a:close/>
              </a:path>
              <a:path w="8164195" h="866775">
                <a:moveTo>
                  <a:pt x="8036872" y="689180"/>
                </a:moveTo>
                <a:lnTo>
                  <a:pt x="8038720" y="690733"/>
                </a:lnTo>
                <a:lnTo>
                  <a:pt x="8038667" y="690524"/>
                </a:lnTo>
                <a:lnTo>
                  <a:pt x="8038439" y="690372"/>
                </a:lnTo>
                <a:lnTo>
                  <a:pt x="8036872" y="689180"/>
                </a:lnTo>
                <a:close/>
              </a:path>
              <a:path w="8164195" h="866775">
                <a:moveTo>
                  <a:pt x="331868" y="564852"/>
                </a:moveTo>
                <a:lnTo>
                  <a:pt x="327948" y="566647"/>
                </a:lnTo>
                <a:lnTo>
                  <a:pt x="328217" y="566647"/>
                </a:lnTo>
                <a:lnTo>
                  <a:pt x="331868" y="564852"/>
                </a:lnTo>
                <a:close/>
              </a:path>
              <a:path w="8164195" h="866775">
                <a:moveTo>
                  <a:pt x="7751170" y="518798"/>
                </a:moveTo>
                <a:lnTo>
                  <a:pt x="7717854" y="518798"/>
                </a:lnTo>
                <a:lnTo>
                  <a:pt x="7762621" y="537210"/>
                </a:lnTo>
                <a:lnTo>
                  <a:pt x="7808309" y="557410"/>
                </a:lnTo>
                <a:lnTo>
                  <a:pt x="7805579" y="556139"/>
                </a:lnTo>
                <a:lnTo>
                  <a:pt x="7835594" y="556139"/>
                </a:lnTo>
                <a:lnTo>
                  <a:pt x="7810500" y="544449"/>
                </a:lnTo>
                <a:lnTo>
                  <a:pt x="7767574" y="525526"/>
                </a:lnTo>
                <a:lnTo>
                  <a:pt x="7751170" y="518798"/>
                </a:lnTo>
                <a:close/>
              </a:path>
              <a:path w="8164195" h="866775">
                <a:moveTo>
                  <a:pt x="368939" y="547948"/>
                </a:moveTo>
                <a:lnTo>
                  <a:pt x="368789" y="547948"/>
                </a:lnTo>
                <a:lnTo>
                  <a:pt x="366323" y="549074"/>
                </a:lnTo>
                <a:lnTo>
                  <a:pt x="368939" y="547948"/>
                </a:lnTo>
                <a:close/>
              </a:path>
              <a:path w="8164195" h="866775">
                <a:moveTo>
                  <a:pt x="4695253" y="12700"/>
                </a:moveTo>
                <a:lnTo>
                  <a:pt x="4087114" y="12700"/>
                </a:lnTo>
                <a:lnTo>
                  <a:pt x="4277868" y="13970"/>
                </a:lnTo>
                <a:lnTo>
                  <a:pt x="4468113" y="17652"/>
                </a:lnTo>
                <a:lnTo>
                  <a:pt x="4657598" y="23622"/>
                </a:lnTo>
                <a:lnTo>
                  <a:pt x="4846065" y="32003"/>
                </a:lnTo>
                <a:lnTo>
                  <a:pt x="5033009" y="42545"/>
                </a:lnTo>
                <a:lnTo>
                  <a:pt x="5218176" y="55245"/>
                </a:lnTo>
                <a:lnTo>
                  <a:pt x="5400929" y="69850"/>
                </a:lnTo>
                <a:lnTo>
                  <a:pt x="5581141" y="86487"/>
                </a:lnTo>
                <a:lnTo>
                  <a:pt x="5758433" y="105028"/>
                </a:lnTo>
                <a:lnTo>
                  <a:pt x="5932424" y="125475"/>
                </a:lnTo>
                <a:lnTo>
                  <a:pt x="6102477" y="147574"/>
                </a:lnTo>
                <a:lnTo>
                  <a:pt x="6267244" y="171004"/>
                </a:lnTo>
                <a:lnTo>
                  <a:pt x="6430263" y="196596"/>
                </a:lnTo>
                <a:lnTo>
                  <a:pt x="6586982" y="223392"/>
                </a:lnTo>
                <a:lnTo>
                  <a:pt x="6736935" y="251297"/>
                </a:lnTo>
                <a:lnTo>
                  <a:pt x="6884415" y="281177"/>
                </a:lnTo>
                <a:lnTo>
                  <a:pt x="7024370" y="311912"/>
                </a:lnTo>
                <a:lnTo>
                  <a:pt x="7092060" y="327787"/>
                </a:lnTo>
                <a:lnTo>
                  <a:pt x="7157974" y="343915"/>
                </a:lnTo>
                <a:lnTo>
                  <a:pt x="7284847" y="377063"/>
                </a:lnTo>
                <a:lnTo>
                  <a:pt x="7345680" y="393953"/>
                </a:lnTo>
                <a:lnTo>
                  <a:pt x="7404734" y="411099"/>
                </a:lnTo>
                <a:lnTo>
                  <a:pt x="7461758" y="428498"/>
                </a:lnTo>
                <a:lnTo>
                  <a:pt x="7517003" y="446150"/>
                </a:lnTo>
                <a:lnTo>
                  <a:pt x="7570215" y="463930"/>
                </a:lnTo>
                <a:lnTo>
                  <a:pt x="7621524" y="482091"/>
                </a:lnTo>
                <a:lnTo>
                  <a:pt x="7670673" y="500252"/>
                </a:lnTo>
                <a:lnTo>
                  <a:pt x="7722147" y="520564"/>
                </a:lnTo>
                <a:lnTo>
                  <a:pt x="7717854" y="518798"/>
                </a:lnTo>
                <a:lnTo>
                  <a:pt x="7751170" y="518798"/>
                </a:lnTo>
                <a:lnTo>
                  <a:pt x="7722361" y="506984"/>
                </a:lnTo>
                <a:lnTo>
                  <a:pt x="7675118" y="488441"/>
                </a:lnTo>
                <a:lnTo>
                  <a:pt x="7625841" y="470026"/>
                </a:lnTo>
                <a:lnTo>
                  <a:pt x="7574280" y="451992"/>
                </a:lnTo>
                <a:lnTo>
                  <a:pt x="7520939" y="434086"/>
                </a:lnTo>
                <a:lnTo>
                  <a:pt x="7465440" y="416433"/>
                </a:lnTo>
                <a:lnTo>
                  <a:pt x="7408290" y="398907"/>
                </a:lnTo>
                <a:lnTo>
                  <a:pt x="7349108" y="381762"/>
                </a:lnTo>
                <a:lnTo>
                  <a:pt x="7288149" y="364744"/>
                </a:lnTo>
                <a:lnTo>
                  <a:pt x="7161022" y="331597"/>
                </a:lnTo>
                <a:lnTo>
                  <a:pt x="7094982" y="315467"/>
                </a:lnTo>
                <a:lnTo>
                  <a:pt x="6957822" y="283972"/>
                </a:lnTo>
                <a:lnTo>
                  <a:pt x="6886956" y="268732"/>
                </a:lnTo>
                <a:lnTo>
                  <a:pt x="6740779" y="239140"/>
                </a:lnTo>
                <a:lnTo>
                  <a:pt x="6589140" y="210947"/>
                </a:lnTo>
                <a:lnTo>
                  <a:pt x="6432169" y="184023"/>
                </a:lnTo>
                <a:lnTo>
                  <a:pt x="6270371" y="158750"/>
                </a:lnTo>
                <a:lnTo>
                  <a:pt x="6104255" y="135000"/>
                </a:lnTo>
                <a:lnTo>
                  <a:pt x="5933948" y="112902"/>
                </a:lnTo>
                <a:lnTo>
                  <a:pt x="5759831" y="92455"/>
                </a:lnTo>
                <a:lnTo>
                  <a:pt x="5582411" y="73913"/>
                </a:lnTo>
                <a:lnTo>
                  <a:pt x="5401945" y="57150"/>
                </a:lnTo>
                <a:lnTo>
                  <a:pt x="5219064" y="42545"/>
                </a:lnTo>
                <a:lnTo>
                  <a:pt x="5033772" y="29845"/>
                </a:lnTo>
                <a:lnTo>
                  <a:pt x="4846701" y="19430"/>
                </a:lnTo>
                <a:lnTo>
                  <a:pt x="4695253" y="12700"/>
                </a:lnTo>
                <a:close/>
              </a:path>
              <a:path w="8164195" h="866775">
                <a:moveTo>
                  <a:pt x="1587263" y="220320"/>
                </a:moveTo>
                <a:lnTo>
                  <a:pt x="1586697" y="220320"/>
                </a:lnTo>
                <a:lnTo>
                  <a:pt x="1580335" y="221486"/>
                </a:lnTo>
                <a:lnTo>
                  <a:pt x="1587263" y="220320"/>
                </a:lnTo>
                <a:close/>
              </a:path>
            </a:pathLst>
          </a:custGeom>
          <a:solidFill>
            <a:srgbClr val="2CC3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293870" y="1068070"/>
            <a:ext cx="3568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Reverse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process: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b="1" spc="-35" dirty="0">
                <a:latin typeface="Tahoma"/>
                <a:cs typeface="Tahoma"/>
              </a:rPr>
              <a:t>Neural</a:t>
            </a:r>
            <a:r>
              <a:rPr sz="1800" b="1" spc="5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network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39080" y="5817819"/>
            <a:ext cx="2485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Forward</a:t>
            </a:r>
            <a:r>
              <a:rPr sz="1800" spc="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process:</a:t>
            </a:r>
            <a:r>
              <a:rPr sz="1800" spc="95" dirty="0">
                <a:latin typeface="Tahoma"/>
                <a:cs typeface="Tahoma"/>
              </a:rPr>
              <a:t> </a:t>
            </a:r>
            <a:r>
              <a:rPr sz="1800" b="1" spc="-20" dirty="0">
                <a:latin typeface="Tahoma"/>
                <a:cs typeface="Tahoma"/>
              </a:rPr>
              <a:t>Fixed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BC529DC-B8CE-47AC-CC64-6CD1C87B52D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BF4F759-9593-4CAA-BA31-FA60CA65D085}" type="datetime1">
              <a:rPr lang="en-IN" smtClean="0"/>
              <a:t>17-10-2025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4112A26A-19E8-9DF7-FFBD-9A5AA08C001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FC1A915-6999-C845-D706-E3BF870A40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9873" y="762000"/>
            <a:ext cx="8392160" cy="5161915"/>
            <a:chOff x="1069873" y="732022"/>
            <a:chExt cx="8392160" cy="5161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1514" y="732022"/>
              <a:ext cx="6860339" cy="516192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9873" y="1118489"/>
              <a:ext cx="1757045" cy="1171575"/>
            </a:xfrm>
            <a:custGeom>
              <a:avLst/>
              <a:gdLst/>
              <a:ahLst/>
              <a:cxnLst/>
              <a:rect l="l" t="t" r="r" b="b"/>
              <a:pathLst>
                <a:path w="1757045" h="1171575">
                  <a:moveTo>
                    <a:pt x="1714012" y="1095026"/>
                  </a:moveTo>
                  <a:lnTo>
                    <a:pt x="1643415" y="1095026"/>
                  </a:lnTo>
                  <a:lnTo>
                    <a:pt x="1662277" y="1096010"/>
                  </a:lnTo>
                  <a:lnTo>
                    <a:pt x="1660421" y="1133135"/>
                  </a:lnTo>
                  <a:lnTo>
                    <a:pt x="1660372" y="1134110"/>
                  </a:lnTo>
                  <a:lnTo>
                    <a:pt x="1641726" y="1134110"/>
                  </a:lnTo>
                  <a:lnTo>
                    <a:pt x="1640560" y="1171575"/>
                  </a:lnTo>
                  <a:lnTo>
                    <a:pt x="1721616" y="1134110"/>
                  </a:lnTo>
                  <a:lnTo>
                    <a:pt x="1660372" y="1134110"/>
                  </a:lnTo>
                  <a:lnTo>
                    <a:pt x="1641756" y="1133135"/>
                  </a:lnTo>
                  <a:lnTo>
                    <a:pt x="1723724" y="1133135"/>
                  </a:lnTo>
                  <a:lnTo>
                    <a:pt x="1756511" y="1117981"/>
                  </a:lnTo>
                  <a:lnTo>
                    <a:pt x="1714012" y="1095026"/>
                  </a:lnTo>
                  <a:close/>
                </a:path>
                <a:path w="1757045" h="1171575">
                  <a:moveTo>
                    <a:pt x="1644116" y="1057275"/>
                  </a:moveTo>
                  <a:lnTo>
                    <a:pt x="1641836" y="1130553"/>
                  </a:lnTo>
                  <a:lnTo>
                    <a:pt x="1641756" y="1133135"/>
                  </a:lnTo>
                  <a:lnTo>
                    <a:pt x="1660372" y="1134110"/>
                  </a:lnTo>
                  <a:lnTo>
                    <a:pt x="1662182" y="1097914"/>
                  </a:lnTo>
                  <a:lnTo>
                    <a:pt x="1662277" y="1096010"/>
                  </a:lnTo>
                  <a:lnTo>
                    <a:pt x="1643415" y="1095026"/>
                  </a:lnTo>
                  <a:lnTo>
                    <a:pt x="1714012" y="1095026"/>
                  </a:lnTo>
                  <a:lnTo>
                    <a:pt x="1644116" y="1057275"/>
                  </a:lnTo>
                  <a:close/>
                </a:path>
                <a:path w="1757045" h="1171575">
                  <a:moveTo>
                    <a:pt x="38049" y="0"/>
                  </a:moveTo>
                  <a:lnTo>
                    <a:pt x="0" y="1777"/>
                  </a:lnTo>
                  <a:lnTo>
                    <a:pt x="2514" y="55118"/>
                  </a:lnTo>
                  <a:lnTo>
                    <a:pt x="10287" y="108965"/>
                  </a:lnTo>
                  <a:lnTo>
                    <a:pt x="22859" y="162560"/>
                  </a:lnTo>
                  <a:lnTo>
                    <a:pt x="40195" y="215900"/>
                  </a:lnTo>
                  <a:lnTo>
                    <a:pt x="61988" y="268477"/>
                  </a:lnTo>
                  <a:lnTo>
                    <a:pt x="88214" y="320548"/>
                  </a:lnTo>
                  <a:lnTo>
                    <a:pt x="118579" y="371856"/>
                  </a:lnTo>
                  <a:lnTo>
                    <a:pt x="152946" y="422275"/>
                  </a:lnTo>
                  <a:lnTo>
                    <a:pt x="191134" y="471805"/>
                  </a:lnTo>
                  <a:lnTo>
                    <a:pt x="232892" y="520319"/>
                  </a:lnTo>
                  <a:lnTo>
                    <a:pt x="278231" y="567689"/>
                  </a:lnTo>
                  <a:lnTo>
                    <a:pt x="326872" y="613918"/>
                  </a:lnTo>
                  <a:lnTo>
                    <a:pt x="378688" y="658876"/>
                  </a:lnTo>
                  <a:lnTo>
                    <a:pt x="433679" y="702310"/>
                  </a:lnTo>
                  <a:lnTo>
                    <a:pt x="491337" y="744347"/>
                  </a:lnTo>
                  <a:lnTo>
                    <a:pt x="551789" y="784860"/>
                  </a:lnTo>
                  <a:lnTo>
                    <a:pt x="614654" y="823722"/>
                  </a:lnTo>
                  <a:lnTo>
                    <a:pt x="679932" y="860806"/>
                  </a:lnTo>
                  <a:lnTo>
                    <a:pt x="747496" y="895985"/>
                  </a:lnTo>
                  <a:lnTo>
                    <a:pt x="817092" y="929132"/>
                  </a:lnTo>
                  <a:lnTo>
                    <a:pt x="888593" y="960247"/>
                  </a:lnTo>
                  <a:lnTo>
                    <a:pt x="961872" y="989202"/>
                  </a:lnTo>
                  <a:lnTo>
                    <a:pt x="1036802" y="1015873"/>
                  </a:lnTo>
                  <a:lnTo>
                    <a:pt x="1113129" y="1040257"/>
                  </a:lnTo>
                  <a:lnTo>
                    <a:pt x="1190726" y="1062101"/>
                  </a:lnTo>
                  <a:lnTo>
                    <a:pt x="1269466" y="1081277"/>
                  </a:lnTo>
                  <a:lnTo>
                    <a:pt x="1349095" y="1097914"/>
                  </a:lnTo>
                  <a:lnTo>
                    <a:pt x="1429613" y="1111758"/>
                  </a:lnTo>
                  <a:lnTo>
                    <a:pt x="1510766" y="1122680"/>
                  </a:lnTo>
                  <a:lnTo>
                    <a:pt x="1592427" y="1130553"/>
                  </a:lnTo>
                  <a:lnTo>
                    <a:pt x="1641756" y="1133135"/>
                  </a:lnTo>
                  <a:lnTo>
                    <a:pt x="1642852" y="1097914"/>
                  </a:lnTo>
                  <a:lnTo>
                    <a:pt x="1642942" y="1095026"/>
                  </a:lnTo>
                  <a:lnTo>
                    <a:pt x="1643433" y="1095026"/>
                  </a:lnTo>
                  <a:lnTo>
                    <a:pt x="1596702" y="1092675"/>
                  </a:lnTo>
                  <a:lnTo>
                    <a:pt x="1596233" y="1092675"/>
                  </a:lnTo>
                  <a:lnTo>
                    <a:pt x="1516114" y="1084832"/>
                  </a:lnTo>
                  <a:lnTo>
                    <a:pt x="1515456" y="1084832"/>
                  </a:lnTo>
                  <a:lnTo>
                    <a:pt x="1435894" y="1074165"/>
                  </a:lnTo>
                  <a:lnTo>
                    <a:pt x="1435709" y="1074165"/>
                  </a:lnTo>
                  <a:lnTo>
                    <a:pt x="1356566" y="1060577"/>
                  </a:lnTo>
                  <a:lnTo>
                    <a:pt x="1278401" y="1044235"/>
                  </a:lnTo>
                  <a:lnTo>
                    <a:pt x="1201145" y="1025392"/>
                  </a:lnTo>
                  <a:lnTo>
                    <a:pt x="1200747" y="1025392"/>
                  </a:lnTo>
                  <a:lnTo>
                    <a:pt x="1124752" y="1003950"/>
                  </a:lnTo>
                  <a:lnTo>
                    <a:pt x="1049405" y="979930"/>
                  </a:lnTo>
                  <a:lnTo>
                    <a:pt x="1049245" y="979930"/>
                  </a:lnTo>
                  <a:lnTo>
                    <a:pt x="974953" y="953388"/>
                  </a:lnTo>
                  <a:lnTo>
                    <a:pt x="903582" y="925193"/>
                  </a:lnTo>
                  <a:lnTo>
                    <a:pt x="903448" y="925193"/>
                  </a:lnTo>
                  <a:lnTo>
                    <a:pt x="832587" y="894334"/>
                  </a:lnTo>
                  <a:lnTo>
                    <a:pt x="764324" y="861786"/>
                  </a:lnTo>
                  <a:lnTo>
                    <a:pt x="762478" y="860806"/>
                  </a:lnTo>
                  <a:lnTo>
                    <a:pt x="698551" y="827521"/>
                  </a:lnTo>
                  <a:lnTo>
                    <a:pt x="698334" y="827521"/>
                  </a:lnTo>
                  <a:lnTo>
                    <a:pt x="633704" y="790828"/>
                  </a:lnTo>
                  <a:lnTo>
                    <a:pt x="572720" y="753106"/>
                  </a:lnTo>
                  <a:lnTo>
                    <a:pt x="572049" y="752728"/>
                  </a:lnTo>
                  <a:lnTo>
                    <a:pt x="512802" y="712979"/>
                  </a:lnTo>
                  <a:lnTo>
                    <a:pt x="456574" y="671947"/>
                  </a:lnTo>
                  <a:lnTo>
                    <a:pt x="402691" y="629285"/>
                  </a:lnTo>
                  <a:lnTo>
                    <a:pt x="352274" y="585472"/>
                  </a:lnTo>
                  <a:lnTo>
                    <a:pt x="304901" y="540385"/>
                  </a:lnTo>
                  <a:lnTo>
                    <a:pt x="260835" y="494413"/>
                  </a:lnTo>
                  <a:lnTo>
                    <a:pt x="220319" y="447294"/>
                  </a:lnTo>
                  <a:lnTo>
                    <a:pt x="184149" y="400303"/>
                  </a:lnTo>
                  <a:lnTo>
                    <a:pt x="183802" y="399878"/>
                  </a:lnTo>
                  <a:lnTo>
                    <a:pt x="183464" y="399414"/>
                  </a:lnTo>
                  <a:lnTo>
                    <a:pt x="151086" y="351916"/>
                  </a:lnTo>
                  <a:lnTo>
                    <a:pt x="150815" y="351550"/>
                  </a:lnTo>
                  <a:lnTo>
                    <a:pt x="150393" y="350900"/>
                  </a:lnTo>
                  <a:lnTo>
                    <a:pt x="122012" y="302895"/>
                  </a:lnTo>
                  <a:lnTo>
                    <a:pt x="121623" y="302280"/>
                  </a:lnTo>
                  <a:lnTo>
                    <a:pt x="121335" y="301751"/>
                  </a:lnTo>
                  <a:lnTo>
                    <a:pt x="96968" y="253237"/>
                  </a:lnTo>
                  <a:lnTo>
                    <a:pt x="96627" y="252616"/>
                  </a:lnTo>
                  <a:lnTo>
                    <a:pt x="96329" y="251968"/>
                  </a:lnTo>
                  <a:lnTo>
                    <a:pt x="76258" y="203453"/>
                  </a:lnTo>
                  <a:lnTo>
                    <a:pt x="75896" y="202655"/>
                  </a:lnTo>
                  <a:lnTo>
                    <a:pt x="75679" y="202057"/>
                  </a:lnTo>
                  <a:lnTo>
                    <a:pt x="59830" y="153162"/>
                  </a:lnTo>
                  <a:lnTo>
                    <a:pt x="59567" y="152460"/>
                  </a:lnTo>
                  <a:lnTo>
                    <a:pt x="59334" y="151637"/>
                  </a:lnTo>
                  <a:lnTo>
                    <a:pt x="47960" y="102743"/>
                  </a:lnTo>
                  <a:lnTo>
                    <a:pt x="47711" y="101835"/>
                  </a:lnTo>
                  <a:lnTo>
                    <a:pt x="47574" y="101091"/>
                  </a:lnTo>
                  <a:lnTo>
                    <a:pt x="40616" y="52324"/>
                  </a:lnTo>
                  <a:lnTo>
                    <a:pt x="40438" y="51383"/>
                  </a:lnTo>
                  <a:lnTo>
                    <a:pt x="40360" y="50546"/>
                  </a:lnTo>
                  <a:lnTo>
                    <a:pt x="38133" y="1777"/>
                  </a:lnTo>
                  <a:lnTo>
                    <a:pt x="38049" y="0"/>
                  </a:lnTo>
                  <a:close/>
                </a:path>
                <a:path w="1757045" h="1171575">
                  <a:moveTo>
                    <a:pt x="1198170" y="1024667"/>
                  </a:moveTo>
                  <a:lnTo>
                    <a:pt x="1200747" y="1025392"/>
                  </a:lnTo>
                  <a:lnTo>
                    <a:pt x="1200123" y="1025143"/>
                  </a:lnTo>
                  <a:lnTo>
                    <a:pt x="1198170" y="1024667"/>
                  </a:lnTo>
                  <a:close/>
                </a:path>
                <a:path w="1757045" h="1171575">
                  <a:moveTo>
                    <a:pt x="1200122" y="1025143"/>
                  </a:moveTo>
                  <a:lnTo>
                    <a:pt x="1200747" y="1025392"/>
                  </a:lnTo>
                  <a:lnTo>
                    <a:pt x="1201145" y="1025392"/>
                  </a:lnTo>
                  <a:lnTo>
                    <a:pt x="1200122" y="1025143"/>
                  </a:lnTo>
                  <a:close/>
                </a:path>
                <a:path w="1757045" h="1171575">
                  <a:moveTo>
                    <a:pt x="1198169" y="1024667"/>
                  </a:moveTo>
                  <a:lnTo>
                    <a:pt x="1200122" y="1025143"/>
                  </a:lnTo>
                  <a:lnTo>
                    <a:pt x="1200279" y="1025143"/>
                  </a:lnTo>
                  <a:lnTo>
                    <a:pt x="1198169" y="1024667"/>
                  </a:lnTo>
                  <a:close/>
                </a:path>
                <a:path w="1757045" h="1171575">
                  <a:moveTo>
                    <a:pt x="1048612" y="979677"/>
                  </a:moveTo>
                  <a:lnTo>
                    <a:pt x="1049245" y="979930"/>
                  </a:lnTo>
                  <a:lnTo>
                    <a:pt x="1049405" y="979930"/>
                  </a:lnTo>
                  <a:lnTo>
                    <a:pt x="1048612" y="979677"/>
                  </a:lnTo>
                  <a:close/>
                </a:path>
                <a:path w="1757045" h="1171575">
                  <a:moveTo>
                    <a:pt x="1048051" y="979453"/>
                  </a:moveTo>
                  <a:lnTo>
                    <a:pt x="1047908" y="979453"/>
                  </a:lnTo>
                  <a:lnTo>
                    <a:pt x="1048612" y="979677"/>
                  </a:lnTo>
                  <a:lnTo>
                    <a:pt x="1048051" y="979453"/>
                  </a:lnTo>
                  <a:close/>
                </a:path>
                <a:path w="1757045" h="1171575">
                  <a:moveTo>
                    <a:pt x="903014" y="924968"/>
                  </a:moveTo>
                  <a:lnTo>
                    <a:pt x="903448" y="925193"/>
                  </a:lnTo>
                  <a:lnTo>
                    <a:pt x="903582" y="925193"/>
                  </a:lnTo>
                  <a:lnTo>
                    <a:pt x="903014" y="924968"/>
                  </a:lnTo>
                  <a:close/>
                </a:path>
                <a:path w="1757045" h="1171575">
                  <a:moveTo>
                    <a:pt x="695908" y="826145"/>
                  </a:moveTo>
                  <a:lnTo>
                    <a:pt x="698334" y="827521"/>
                  </a:lnTo>
                  <a:lnTo>
                    <a:pt x="697837" y="827149"/>
                  </a:lnTo>
                  <a:lnTo>
                    <a:pt x="695908" y="826145"/>
                  </a:lnTo>
                  <a:close/>
                </a:path>
                <a:path w="1757045" h="1171575">
                  <a:moveTo>
                    <a:pt x="697836" y="827149"/>
                  </a:moveTo>
                  <a:lnTo>
                    <a:pt x="698334" y="827521"/>
                  </a:lnTo>
                  <a:lnTo>
                    <a:pt x="698551" y="827521"/>
                  </a:lnTo>
                  <a:lnTo>
                    <a:pt x="697836" y="827149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62605" y="6047638"/>
            <a:ext cx="69615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ahoma"/>
                <a:cs typeface="Tahoma"/>
              </a:rPr>
              <a:t>Ho,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J.,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Jain,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6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Abbeel,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P.,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2020.</a:t>
            </a:r>
            <a:r>
              <a:rPr sz="800" spc="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Denoising diffusion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probabilistic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models.</a:t>
            </a:r>
            <a:r>
              <a:rPr sz="800" spc="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Advances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Neural</a:t>
            </a:r>
            <a:r>
              <a:rPr sz="800" spc="6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Information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Processing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Systems,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33,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pp.6840-</a:t>
            </a:r>
            <a:r>
              <a:rPr sz="800" spc="-10" dirty="0">
                <a:latin typeface="Tahoma"/>
                <a:cs typeface="Tahoma"/>
              </a:rPr>
              <a:t>6851.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746" y="867283"/>
            <a:ext cx="1296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Reverse</a:t>
            </a:r>
            <a:r>
              <a:rPr sz="1200" spc="7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process</a:t>
            </a:r>
            <a:r>
              <a:rPr sz="1200" spc="80" dirty="0">
                <a:latin typeface="Tahoma"/>
                <a:cs typeface="Tahoma"/>
              </a:rPr>
              <a:t> </a:t>
            </a:r>
            <a:r>
              <a:rPr sz="1200" b="1" spc="-50" dirty="0">
                <a:latin typeface="Tahoma"/>
                <a:cs typeface="Tahoma"/>
              </a:rPr>
              <a:t>p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399" y="4927472"/>
            <a:ext cx="13176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Forward</a:t>
            </a:r>
            <a:r>
              <a:rPr sz="1200" spc="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process</a:t>
            </a:r>
            <a:r>
              <a:rPr sz="1200" spc="120" dirty="0">
                <a:latin typeface="Tahoma"/>
                <a:cs typeface="Tahoma"/>
              </a:rPr>
              <a:t> </a:t>
            </a:r>
            <a:r>
              <a:rPr sz="1200" b="1" spc="-50" dirty="0">
                <a:latin typeface="Tahoma"/>
                <a:cs typeface="Tahoma"/>
              </a:rPr>
              <a:t>q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16863" y="330708"/>
            <a:ext cx="8065134" cy="5526405"/>
            <a:chOff x="816863" y="330708"/>
            <a:chExt cx="8065134" cy="5526405"/>
          </a:xfrm>
        </p:grpSpPr>
        <p:sp>
          <p:nvSpPr>
            <p:cNvPr id="9" name="object 9"/>
            <p:cNvSpPr/>
            <p:nvPr/>
          </p:nvSpPr>
          <p:spPr>
            <a:xfrm>
              <a:off x="816851" y="3397503"/>
              <a:ext cx="3836670" cy="2459355"/>
            </a:xfrm>
            <a:custGeom>
              <a:avLst/>
              <a:gdLst/>
              <a:ahLst/>
              <a:cxnLst/>
              <a:rect l="l" t="t" r="r" b="b"/>
              <a:pathLst>
                <a:path w="3836670" h="2459354">
                  <a:moveTo>
                    <a:pt x="628738" y="2072360"/>
                  </a:moveTo>
                  <a:lnTo>
                    <a:pt x="623176" y="2070925"/>
                  </a:lnTo>
                  <a:lnTo>
                    <a:pt x="622935" y="2070925"/>
                  </a:lnTo>
                  <a:lnTo>
                    <a:pt x="628738" y="2072360"/>
                  </a:lnTo>
                  <a:close/>
                </a:path>
                <a:path w="3836670" h="2459354">
                  <a:moveTo>
                    <a:pt x="2470543" y="55118"/>
                  </a:moveTo>
                  <a:lnTo>
                    <a:pt x="2434399" y="37846"/>
                  </a:lnTo>
                  <a:lnTo>
                    <a:pt x="2355227" y="0"/>
                  </a:lnTo>
                  <a:lnTo>
                    <a:pt x="2355939" y="38214"/>
                  </a:lnTo>
                  <a:lnTo>
                    <a:pt x="2355100" y="38227"/>
                  </a:lnTo>
                  <a:lnTo>
                    <a:pt x="2239657" y="44450"/>
                  </a:lnTo>
                  <a:lnTo>
                    <a:pt x="2124849" y="54610"/>
                  </a:lnTo>
                  <a:lnTo>
                    <a:pt x="2010676" y="68834"/>
                  </a:lnTo>
                  <a:lnTo>
                    <a:pt x="1897392" y="86614"/>
                  </a:lnTo>
                  <a:lnTo>
                    <a:pt x="1785251" y="108077"/>
                  </a:lnTo>
                  <a:lnTo>
                    <a:pt x="1674507" y="132969"/>
                  </a:lnTo>
                  <a:lnTo>
                    <a:pt x="1565287" y="161302"/>
                  </a:lnTo>
                  <a:lnTo>
                    <a:pt x="1457972" y="192786"/>
                  </a:lnTo>
                  <a:lnTo>
                    <a:pt x="1352562" y="227203"/>
                  </a:lnTo>
                  <a:lnTo>
                    <a:pt x="1249565" y="264795"/>
                  </a:lnTo>
                  <a:lnTo>
                    <a:pt x="1148854" y="305054"/>
                  </a:lnTo>
                  <a:lnTo>
                    <a:pt x="1050937" y="347980"/>
                  </a:lnTo>
                  <a:lnTo>
                    <a:pt x="955941" y="393446"/>
                  </a:lnTo>
                  <a:lnTo>
                    <a:pt x="863993" y="441325"/>
                  </a:lnTo>
                  <a:lnTo>
                    <a:pt x="775474" y="491490"/>
                  </a:lnTo>
                  <a:lnTo>
                    <a:pt x="690511" y="543941"/>
                  </a:lnTo>
                  <a:lnTo>
                    <a:pt x="609358" y="598297"/>
                  </a:lnTo>
                  <a:lnTo>
                    <a:pt x="532269" y="654558"/>
                  </a:lnTo>
                  <a:lnTo>
                    <a:pt x="459244" y="712724"/>
                  </a:lnTo>
                  <a:lnTo>
                    <a:pt x="390893" y="772414"/>
                  </a:lnTo>
                  <a:lnTo>
                    <a:pt x="327152" y="833755"/>
                  </a:lnTo>
                  <a:lnTo>
                    <a:pt x="268452" y="896366"/>
                  </a:lnTo>
                  <a:lnTo>
                    <a:pt x="214782" y="960374"/>
                  </a:lnTo>
                  <a:lnTo>
                    <a:pt x="166547" y="1025525"/>
                  </a:lnTo>
                  <a:lnTo>
                    <a:pt x="123837" y="1091692"/>
                  </a:lnTo>
                  <a:lnTo>
                    <a:pt x="87134" y="1158748"/>
                  </a:lnTo>
                  <a:lnTo>
                    <a:pt x="56438" y="1226820"/>
                  </a:lnTo>
                  <a:lnTo>
                    <a:pt x="32169" y="1295527"/>
                  </a:lnTo>
                  <a:lnTo>
                    <a:pt x="14478" y="1364742"/>
                  </a:lnTo>
                  <a:lnTo>
                    <a:pt x="3632" y="1434338"/>
                  </a:lnTo>
                  <a:lnTo>
                    <a:pt x="0" y="1503807"/>
                  </a:lnTo>
                  <a:lnTo>
                    <a:pt x="38112" y="1504696"/>
                  </a:lnTo>
                  <a:lnTo>
                    <a:pt x="38925" y="1471803"/>
                  </a:lnTo>
                  <a:lnTo>
                    <a:pt x="38963" y="1470787"/>
                  </a:lnTo>
                  <a:lnTo>
                    <a:pt x="39103" y="1469263"/>
                  </a:lnTo>
                  <a:lnTo>
                    <a:pt x="41503" y="1438783"/>
                  </a:lnTo>
                  <a:lnTo>
                    <a:pt x="41579" y="1437894"/>
                  </a:lnTo>
                  <a:lnTo>
                    <a:pt x="42062" y="1434338"/>
                  </a:lnTo>
                  <a:lnTo>
                    <a:pt x="45821" y="1405763"/>
                  </a:lnTo>
                  <a:lnTo>
                    <a:pt x="45948" y="1404874"/>
                  </a:lnTo>
                  <a:lnTo>
                    <a:pt x="46926" y="1399540"/>
                  </a:lnTo>
                  <a:lnTo>
                    <a:pt x="51739" y="1372870"/>
                  </a:lnTo>
                  <a:lnTo>
                    <a:pt x="51803" y="1372539"/>
                  </a:lnTo>
                  <a:lnTo>
                    <a:pt x="51904" y="1371981"/>
                  </a:lnTo>
                  <a:lnTo>
                    <a:pt x="53594" y="1364742"/>
                  </a:lnTo>
                  <a:lnTo>
                    <a:pt x="59537" y="1339088"/>
                  </a:lnTo>
                  <a:lnTo>
                    <a:pt x="62077" y="1330071"/>
                  </a:lnTo>
                  <a:lnTo>
                    <a:pt x="68453" y="1307223"/>
                  </a:lnTo>
                  <a:lnTo>
                    <a:pt x="79489" y="1273606"/>
                  </a:lnTo>
                  <a:lnTo>
                    <a:pt x="105829" y="1208341"/>
                  </a:lnTo>
                  <a:lnTo>
                    <a:pt x="156933" y="1110615"/>
                  </a:lnTo>
                  <a:lnTo>
                    <a:pt x="198234" y="1046734"/>
                  </a:lnTo>
                  <a:lnTo>
                    <a:pt x="245071" y="983488"/>
                  </a:lnTo>
                  <a:lnTo>
                    <a:pt x="297307" y="921258"/>
                  </a:lnTo>
                  <a:lnTo>
                    <a:pt x="353999" y="860806"/>
                  </a:lnTo>
                  <a:lnTo>
                    <a:pt x="354418" y="860348"/>
                  </a:lnTo>
                  <a:lnTo>
                    <a:pt x="416369" y="800735"/>
                  </a:lnTo>
                  <a:lnTo>
                    <a:pt x="416521" y="800544"/>
                  </a:lnTo>
                  <a:lnTo>
                    <a:pt x="483971" y="741718"/>
                  </a:lnTo>
                  <a:lnTo>
                    <a:pt x="554964" y="685203"/>
                  </a:lnTo>
                  <a:lnTo>
                    <a:pt x="628675" y="631317"/>
                  </a:lnTo>
                  <a:lnTo>
                    <a:pt x="630821" y="629920"/>
                  </a:lnTo>
                  <a:lnTo>
                    <a:pt x="711288" y="575919"/>
                  </a:lnTo>
                  <a:lnTo>
                    <a:pt x="795159" y="524129"/>
                  </a:lnTo>
                  <a:lnTo>
                    <a:pt x="882218" y="474814"/>
                  </a:lnTo>
                  <a:lnTo>
                    <a:pt x="969899" y="429082"/>
                  </a:lnTo>
                  <a:lnTo>
                    <a:pt x="972604" y="427812"/>
                  </a:lnTo>
                  <a:lnTo>
                    <a:pt x="973264" y="427469"/>
                  </a:lnTo>
                  <a:lnTo>
                    <a:pt x="1066850" y="382524"/>
                  </a:lnTo>
                  <a:lnTo>
                    <a:pt x="1162519" y="340563"/>
                  </a:lnTo>
                  <a:lnTo>
                    <a:pt x="1162913" y="340398"/>
                  </a:lnTo>
                  <a:lnTo>
                    <a:pt x="1163828" y="339991"/>
                  </a:lnTo>
                  <a:lnTo>
                    <a:pt x="1261452" y="301015"/>
                  </a:lnTo>
                  <a:lnTo>
                    <a:pt x="1262710" y="300583"/>
                  </a:lnTo>
                  <a:lnTo>
                    <a:pt x="1263586" y="300240"/>
                  </a:lnTo>
                  <a:lnTo>
                    <a:pt x="1364094" y="263664"/>
                  </a:lnTo>
                  <a:lnTo>
                    <a:pt x="1363941" y="263664"/>
                  </a:lnTo>
                  <a:lnTo>
                    <a:pt x="1364742" y="263410"/>
                  </a:lnTo>
                  <a:lnTo>
                    <a:pt x="1469072" y="229235"/>
                  </a:lnTo>
                  <a:lnTo>
                    <a:pt x="1575701" y="197878"/>
                  </a:lnTo>
                  <a:lnTo>
                    <a:pt x="1683219" y="170053"/>
                  </a:lnTo>
                  <a:lnTo>
                    <a:pt x="1792808" y="145427"/>
                  </a:lnTo>
                  <a:lnTo>
                    <a:pt x="1902853" y="124345"/>
                  </a:lnTo>
                  <a:lnTo>
                    <a:pt x="2015756" y="106553"/>
                  </a:lnTo>
                  <a:lnTo>
                    <a:pt x="2127148" y="92710"/>
                  </a:lnTo>
                  <a:lnTo>
                    <a:pt x="2242312" y="82423"/>
                  </a:lnTo>
                  <a:lnTo>
                    <a:pt x="2242070" y="82423"/>
                  </a:lnTo>
                  <a:lnTo>
                    <a:pt x="2355964" y="76238"/>
                  </a:lnTo>
                  <a:lnTo>
                    <a:pt x="2356650" y="76238"/>
                  </a:lnTo>
                  <a:lnTo>
                    <a:pt x="2357221" y="106184"/>
                  </a:lnTo>
                  <a:lnTo>
                    <a:pt x="2357259" y="108077"/>
                  </a:lnTo>
                  <a:lnTo>
                    <a:pt x="2357386" y="114300"/>
                  </a:lnTo>
                  <a:lnTo>
                    <a:pt x="2430157" y="76238"/>
                  </a:lnTo>
                  <a:lnTo>
                    <a:pt x="2470543" y="55118"/>
                  </a:lnTo>
                  <a:close/>
                </a:path>
                <a:path w="3836670" h="2459354">
                  <a:moveTo>
                    <a:pt x="3836428" y="2402738"/>
                  </a:moveTo>
                  <a:lnTo>
                    <a:pt x="3797884" y="2383244"/>
                  </a:lnTo>
                  <a:lnTo>
                    <a:pt x="3722382" y="2345042"/>
                  </a:lnTo>
                  <a:lnTo>
                    <a:pt x="3722205" y="2383155"/>
                  </a:lnTo>
                  <a:lnTo>
                    <a:pt x="3657612" y="2382837"/>
                  </a:lnTo>
                  <a:lnTo>
                    <a:pt x="3301885" y="2375801"/>
                  </a:lnTo>
                  <a:lnTo>
                    <a:pt x="2950133" y="2362200"/>
                  </a:lnTo>
                  <a:lnTo>
                    <a:pt x="2778010" y="2353145"/>
                  </a:lnTo>
                  <a:lnTo>
                    <a:pt x="2777794" y="2353145"/>
                  </a:lnTo>
                  <a:lnTo>
                    <a:pt x="2436787" y="2330462"/>
                  </a:lnTo>
                  <a:lnTo>
                    <a:pt x="2107209" y="2302345"/>
                  </a:lnTo>
                  <a:lnTo>
                    <a:pt x="1792782" y="2269312"/>
                  </a:lnTo>
                  <a:lnTo>
                    <a:pt x="1792630" y="2269312"/>
                  </a:lnTo>
                  <a:lnTo>
                    <a:pt x="1641170" y="2251049"/>
                  </a:lnTo>
                  <a:lnTo>
                    <a:pt x="1494637" y="2231694"/>
                  </a:lnTo>
                  <a:lnTo>
                    <a:pt x="1351927" y="2211235"/>
                  </a:lnTo>
                  <a:lnTo>
                    <a:pt x="1215415" y="2189950"/>
                  </a:lnTo>
                  <a:lnTo>
                    <a:pt x="1209001" y="2188946"/>
                  </a:lnTo>
                  <a:lnTo>
                    <a:pt x="1214869" y="2189950"/>
                  </a:lnTo>
                  <a:lnTo>
                    <a:pt x="1083830" y="2167636"/>
                  </a:lnTo>
                  <a:lnTo>
                    <a:pt x="1021130" y="2156307"/>
                  </a:lnTo>
                  <a:lnTo>
                    <a:pt x="1010767" y="2154453"/>
                  </a:lnTo>
                  <a:lnTo>
                    <a:pt x="1010551" y="2154402"/>
                  </a:lnTo>
                  <a:lnTo>
                    <a:pt x="959256" y="2144623"/>
                  </a:lnTo>
                  <a:lnTo>
                    <a:pt x="942251" y="2141359"/>
                  </a:lnTo>
                  <a:lnTo>
                    <a:pt x="898537" y="2132825"/>
                  </a:lnTo>
                  <a:lnTo>
                    <a:pt x="783094" y="2108581"/>
                  </a:lnTo>
                  <a:lnTo>
                    <a:pt x="674776" y="2083663"/>
                  </a:lnTo>
                  <a:lnTo>
                    <a:pt x="667004" y="2081834"/>
                  </a:lnTo>
                  <a:lnTo>
                    <a:pt x="674357" y="2083663"/>
                  </a:lnTo>
                  <a:lnTo>
                    <a:pt x="622922" y="2070925"/>
                  </a:lnTo>
                  <a:lnTo>
                    <a:pt x="573176" y="2058111"/>
                  </a:lnTo>
                  <a:lnTo>
                    <a:pt x="568972" y="2057031"/>
                  </a:lnTo>
                  <a:lnTo>
                    <a:pt x="572947" y="2058111"/>
                  </a:lnTo>
                  <a:lnTo>
                    <a:pt x="523976" y="2044839"/>
                  </a:lnTo>
                  <a:lnTo>
                    <a:pt x="479310" y="2031961"/>
                  </a:lnTo>
                  <a:lnTo>
                    <a:pt x="475348" y="2030806"/>
                  </a:lnTo>
                  <a:lnTo>
                    <a:pt x="479145" y="2031961"/>
                  </a:lnTo>
                  <a:lnTo>
                    <a:pt x="435356" y="2018753"/>
                  </a:lnTo>
                  <a:lnTo>
                    <a:pt x="432790" y="2017991"/>
                  </a:lnTo>
                  <a:lnTo>
                    <a:pt x="392645" y="2005203"/>
                  </a:lnTo>
                  <a:lnTo>
                    <a:pt x="353555" y="1991868"/>
                  </a:lnTo>
                  <a:lnTo>
                    <a:pt x="316293" y="1978456"/>
                  </a:lnTo>
                  <a:lnTo>
                    <a:pt x="249186" y="1951939"/>
                  </a:lnTo>
                  <a:lnTo>
                    <a:pt x="246773" y="1950872"/>
                  </a:lnTo>
                  <a:lnTo>
                    <a:pt x="187706" y="1923618"/>
                  </a:lnTo>
                  <a:lnTo>
                    <a:pt x="138010" y="1896325"/>
                  </a:lnTo>
                  <a:lnTo>
                    <a:pt x="137337" y="1895894"/>
                  </a:lnTo>
                  <a:lnTo>
                    <a:pt x="136512" y="1895411"/>
                  </a:lnTo>
                  <a:lnTo>
                    <a:pt x="116078" y="1882267"/>
                  </a:lnTo>
                  <a:lnTo>
                    <a:pt x="115430" y="1881873"/>
                  </a:lnTo>
                  <a:lnTo>
                    <a:pt x="97332" y="1868678"/>
                  </a:lnTo>
                  <a:lnTo>
                    <a:pt x="96774" y="1868309"/>
                  </a:lnTo>
                  <a:lnTo>
                    <a:pt x="96291" y="1867916"/>
                  </a:lnTo>
                  <a:lnTo>
                    <a:pt x="95605" y="1867281"/>
                  </a:lnTo>
                  <a:lnTo>
                    <a:pt x="81241" y="1855216"/>
                  </a:lnTo>
                  <a:lnTo>
                    <a:pt x="80645" y="1854758"/>
                  </a:lnTo>
                  <a:lnTo>
                    <a:pt x="80035" y="1854200"/>
                  </a:lnTo>
                  <a:lnTo>
                    <a:pt x="77152" y="1851279"/>
                  </a:lnTo>
                  <a:lnTo>
                    <a:pt x="67830" y="1842135"/>
                  </a:lnTo>
                  <a:lnTo>
                    <a:pt x="67043" y="1841373"/>
                  </a:lnTo>
                  <a:lnTo>
                    <a:pt x="67691" y="1842135"/>
                  </a:lnTo>
                  <a:lnTo>
                    <a:pt x="66408" y="1840738"/>
                  </a:lnTo>
                  <a:lnTo>
                    <a:pt x="61531" y="1834781"/>
                  </a:lnTo>
                  <a:lnTo>
                    <a:pt x="57073" y="1829435"/>
                  </a:lnTo>
                  <a:lnTo>
                    <a:pt x="56172" y="1828368"/>
                  </a:lnTo>
                  <a:lnTo>
                    <a:pt x="56883" y="1829435"/>
                  </a:lnTo>
                  <a:lnTo>
                    <a:pt x="55587" y="1827657"/>
                  </a:lnTo>
                  <a:lnTo>
                    <a:pt x="48856" y="1817255"/>
                  </a:lnTo>
                  <a:lnTo>
                    <a:pt x="48158" y="1816188"/>
                  </a:lnTo>
                  <a:lnTo>
                    <a:pt x="48666" y="1817255"/>
                  </a:lnTo>
                  <a:lnTo>
                    <a:pt x="47358" y="1814957"/>
                  </a:lnTo>
                  <a:lnTo>
                    <a:pt x="48158" y="1816188"/>
                  </a:lnTo>
                  <a:lnTo>
                    <a:pt x="47574" y="1814957"/>
                  </a:lnTo>
                  <a:lnTo>
                    <a:pt x="43243" y="1805825"/>
                  </a:lnTo>
                  <a:lnTo>
                    <a:pt x="42443" y="1804136"/>
                  </a:lnTo>
                  <a:lnTo>
                    <a:pt x="42062" y="1802765"/>
                  </a:lnTo>
                  <a:lnTo>
                    <a:pt x="39751" y="1794510"/>
                  </a:lnTo>
                  <a:lnTo>
                    <a:pt x="39268" y="1792795"/>
                  </a:lnTo>
                  <a:lnTo>
                    <a:pt x="39116" y="1791208"/>
                  </a:lnTo>
                  <a:lnTo>
                    <a:pt x="38023" y="1779905"/>
                  </a:lnTo>
                  <a:lnTo>
                    <a:pt x="101" y="1783715"/>
                  </a:lnTo>
                  <a:lnTo>
                    <a:pt x="1701" y="1799971"/>
                  </a:lnTo>
                  <a:lnTo>
                    <a:pt x="25654" y="1851279"/>
                  </a:lnTo>
                  <a:lnTo>
                    <a:pt x="55041" y="1883029"/>
                  </a:lnTo>
                  <a:lnTo>
                    <a:pt x="94005" y="1913382"/>
                  </a:lnTo>
                  <a:lnTo>
                    <a:pt x="142354" y="1942846"/>
                  </a:lnTo>
                  <a:lnTo>
                    <a:pt x="199745" y="1971675"/>
                  </a:lnTo>
                  <a:lnTo>
                    <a:pt x="266052" y="1999996"/>
                  </a:lnTo>
                  <a:lnTo>
                    <a:pt x="302361" y="2013966"/>
                  </a:lnTo>
                  <a:lnTo>
                    <a:pt x="340817" y="2027809"/>
                  </a:lnTo>
                  <a:lnTo>
                    <a:pt x="381355" y="2041525"/>
                  </a:lnTo>
                  <a:lnTo>
                    <a:pt x="423951" y="2055114"/>
                  </a:lnTo>
                  <a:lnTo>
                    <a:pt x="468388" y="2068449"/>
                  </a:lnTo>
                  <a:lnTo>
                    <a:pt x="515035" y="2081834"/>
                  </a:lnTo>
                  <a:lnTo>
                    <a:pt x="563257" y="2094992"/>
                  </a:lnTo>
                  <a:lnTo>
                    <a:pt x="665492" y="2120646"/>
                  </a:lnTo>
                  <a:lnTo>
                    <a:pt x="774966" y="2145792"/>
                  </a:lnTo>
                  <a:lnTo>
                    <a:pt x="891171" y="2170176"/>
                  </a:lnTo>
                  <a:lnTo>
                    <a:pt x="951623" y="2181987"/>
                  </a:lnTo>
                  <a:lnTo>
                    <a:pt x="1077353" y="2205202"/>
                  </a:lnTo>
                  <a:lnTo>
                    <a:pt x="1208925" y="2227529"/>
                  </a:lnTo>
                  <a:lnTo>
                    <a:pt x="1346085" y="2248890"/>
                  </a:lnTo>
                  <a:lnTo>
                    <a:pt x="1488579" y="2269312"/>
                  </a:lnTo>
                  <a:lnTo>
                    <a:pt x="1635772" y="2288768"/>
                  </a:lnTo>
                  <a:lnTo>
                    <a:pt x="1787664" y="2307082"/>
                  </a:lnTo>
                  <a:lnTo>
                    <a:pt x="2103513" y="2340267"/>
                  </a:lnTo>
                  <a:lnTo>
                    <a:pt x="2266835" y="2354961"/>
                  </a:lnTo>
                  <a:lnTo>
                    <a:pt x="2602623" y="2380411"/>
                  </a:lnTo>
                  <a:lnTo>
                    <a:pt x="2948190" y="2400249"/>
                  </a:lnTo>
                  <a:lnTo>
                    <a:pt x="3300615" y="2413876"/>
                  </a:lnTo>
                  <a:lnTo>
                    <a:pt x="3657358" y="2420937"/>
                  </a:lnTo>
                  <a:lnTo>
                    <a:pt x="3722039" y="2421255"/>
                  </a:lnTo>
                  <a:lnTo>
                    <a:pt x="3741039" y="2421344"/>
                  </a:lnTo>
                  <a:lnTo>
                    <a:pt x="3722039" y="2421344"/>
                  </a:lnTo>
                  <a:lnTo>
                    <a:pt x="3721874" y="2459342"/>
                  </a:lnTo>
                  <a:lnTo>
                    <a:pt x="3798773" y="2421344"/>
                  </a:lnTo>
                  <a:lnTo>
                    <a:pt x="3836428" y="2402738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160386" y="330708"/>
              <a:ext cx="1721485" cy="671830"/>
            </a:xfrm>
            <a:custGeom>
              <a:avLst/>
              <a:gdLst/>
              <a:ahLst/>
              <a:cxnLst/>
              <a:rect l="l" t="t" r="r" b="b"/>
              <a:pathLst>
                <a:path w="1721484" h="671830">
                  <a:moveTo>
                    <a:pt x="0" y="554609"/>
                  </a:moveTo>
                  <a:lnTo>
                    <a:pt x="51943" y="671449"/>
                  </a:lnTo>
                  <a:lnTo>
                    <a:pt x="104615" y="576961"/>
                  </a:lnTo>
                  <a:lnTo>
                    <a:pt x="75311" y="576961"/>
                  </a:lnTo>
                  <a:lnTo>
                    <a:pt x="37211" y="575564"/>
                  </a:lnTo>
                  <a:lnTo>
                    <a:pt x="37802" y="559816"/>
                  </a:lnTo>
                  <a:lnTo>
                    <a:pt x="37867" y="558075"/>
                  </a:lnTo>
                  <a:lnTo>
                    <a:pt x="37932" y="556338"/>
                  </a:lnTo>
                  <a:lnTo>
                    <a:pt x="0" y="554609"/>
                  </a:lnTo>
                  <a:close/>
                </a:path>
                <a:path w="1721484" h="671830">
                  <a:moveTo>
                    <a:pt x="37932" y="556338"/>
                  </a:moveTo>
                  <a:lnTo>
                    <a:pt x="37211" y="575564"/>
                  </a:lnTo>
                  <a:lnTo>
                    <a:pt x="75311" y="576961"/>
                  </a:lnTo>
                  <a:lnTo>
                    <a:pt x="75946" y="559816"/>
                  </a:lnTo>
                  <a:lnTo>
                    <a:pt x="76010" y="558075"/>
                  </a:lnTo>
                  <a:lnTo>
                    <a:pt x="37932" y="556338"/>
                  </a:lnTo>
                  <a:close/>
                </a:path>
                <a:path w="1721484" h="671830">
                  <a:moveTo>
                    <a:pt x="76010" y="558075"/>
                  </a:moveTo>
                  <a:lnTo>
                    <a:pt x="75362" y="575564"/>
                  </a:lnTo>
                  <a:lnTo>
                    <a:pt x="75311" y="576961"/>
                  </a:lnTo>
                  <a:lnTo>
                    <a:pt x="104615" y="576961"/>
                  </a:lnTo>
                  <a:lnTo>
                    <a:pt x="114173" y="559816"/>
                  </a:lnTo>
                  <a:lnTo>
                    <a:pt x="76010" y="558075"/>
                  </a:lnTo>
                  <a:close/>
                </a:path>
                <a:path w="1721484" h="671830">
                  <a:moveTo>
                    <a:pt x="1721104" y="0"/>
                  </a:moveTo>
                  <a:lnTo>
                    <a:pt x="1565148" y="1905"/>
                  </a:lnTo>
                  <a:lnTo>
                    <a:pt x="1410335" y="7366"/>
                  </a:lnTo>
                  <a:lnTo>
                    <a:pt x="1257935" y="16128"/>
                  </a:lnTo>
                  <a:lnTo>
                    <a:pt x="1109218" y="28067"/>
                  </a:lnTo>
                  <a:lnTo>
                    <a:pt x="965327" y="42926"/>
                  </a:lnTo>
                  <a:lnTo>
                    <a:pt x="895604" y="51308"/>
                  </a:lnTo>
                  <a:lnTo>
                    <a:pt x="827532" y="60325"/>
                  </a:lnTo>
                  <a:lnTo>
                    <a:pt x="761238" y="69977"/>
                  </a:lnTo>
                  <a:lnTo>
                    <a:pt x="696976" y="80264"/>
                  </a:lnTo>
                  <a:lnTo>
                    <a:pt x="634746" y="90932"/>
                  </a:lnTo>
                  <a:lnTo>
                    <a:pt x="574802" y="102235"/>
                  </a:lnTo>
                  <a:lnTo>
                    <a:pt x="517398" y="114046"/>
                  </a:lnTo>
                  <a:lnTo>
                    <a:pt x="462407" y="126238"/>
                  </a:lnTo>
                  <a:lnTo>
                    <a:pt x="410210" y="138938"/>
                  </a:lnTo>
                  <a:lnTo>
                    <a:pt x="360807" y="151892"/>
                  </a:lnTo>
                  <a:lnTo>
                    <a:pt x="314452" y="165354"/>
                  </a:lnTo>
                  <a:lnTo>
                    <a:pt x="271145" y="179197"/>
                  </a:lnTo>
                  <a:lnTo>
                    <a:pt x="231140" y="193421"/>
                  </a:lnTo>
                  <a:lnTo>
                    <a:pt x="194564" y="207899"/>
                  </a:lnTo>
                  <a:lnTo>
                    <a:pt x="131953" y="237871"/>
                  </a:lnTo>
                  <a:lnTo>
                    <a:pt x="84201" y="269621"/>
                  </a:lnTo>
                  <a:lnTo>
                    <a:pt x="52197" y="304673"/>
                  </a:lnTo>
                  <a:lnTo>
                    <a:pt x="40005" y="343662"/>
                  </a:lnTo>
                  <a:lnTo>
                    <a:pt x="40001" y="345186"/>
                  </a:lnTo>
                  <a:lnTo>
                    <a:pt x="39876" y="406146"/>
                  </a:lnTo>
                  <a:lnTo>
                    <a:pt x="39624" y="435737"/>
                  </a:lnTo>
                  <a:lnTo>
                    <a:pt x="39497" y="464693"/>
                  </a:lnTo>
                  <a:lnTo>
                    <a:pt x="38735" y="519811"/>
                  </a:lnTo>
                  <a:lnTo>
                    <a:pt x="38363" y="544703"/>
                  </a:lnTo>
                  <a:lnTo>
                    <a:pt x="37996" y="554609"/>
                  </a:lnTo>
                  <a:lnTo>
                    <a:pt x="37932" y="556338"/>
                  </a:lnTo>
                  <a:lnTo>
                    <a:pt x="76010" y="558075"/>
                  </a:lnTo>
                  <a:lnTo>
                    <a:pt x="77216" y="493395"/>
                  </a:lnTo>
                  <a:lnTo>
                    <a:pt x="77724" y="435991"/>
                  </a:lnTo>
                  <a:lnTo>
                    <a:pt x="77978" y="406146"/>
                  </a:lnTo>
                  <a:lnTo>
                    <a:pt x="78098" y="348107"/>
                  </a:lnTo>
                  <a:lnTo>
                    <a:pt x="77851" y="348107"/>
                  </a:lnTo>
                  <a:lnTo>
                    <a:pt x="77988" y="346520"/>
                  </a:lnTo>
                  <a:lnTo>
                    <a:pt x="78105" y="345186"/>
                  </a:lnTo>
                  <a:lnTo>
                    <a:pt x="78313" y="345186"/>
                  </a:lnTo>
                  <a:lnTo>
                    <a:pt x="79459" y="337947"/>
                  </a:lnTo>
                  <a:lnTo>
                    <a:pt x="78740" y="337947"/>
                  </a:lnTo>
                  <a:lnTo>
                    <a:pt x="80264" y="332867"/>
                  </a:lnTo>
                  <a:lnTo>
                    <a:pt x="81110" y="332867"/>
                  </a:lnTo>
                  <a:lnTo>
                    <a:pt x="84192" y="326263"/>
                  </a:lnTo>
                  <a:lnTo>
                    <a:pt x="83693" y="326263"/>
                  </a:lnTo>
                  <a:lnTo>
                    <a:pt x="85852" y="322707"/>
                  </a:lnTo>
                  <a:lnTo>
                    <a:pt x="86442" y="322707"/>
                  </a:lnTo>
                  <a:lnTo>
                    <a:pt x="93707" y="313309"/>
                  </a:lnTo>
                  <a:lnTo>
                    <a:pt x="93345" y="313309"/>
                  </a:lnTo>
                  <a:lnTo>
                    <a:pt x="95377" y="311150"/>
                  </a:lnTo>
                  <a:lnTo>
                    <a:pt x="95649" y="311150"/>
                  </a:lnTo>
                  <a:lnTo>
                    <a:pt x="107847" y="299720"/>
                  </a:lnTo>
                  <a:lnTo>
                    <a:pt x="107696" y="299720"/>
                  </a:lnTo>
                  <a:lnTo>
                    <a:pt x="109474" y="298196"/>
                  </a:lnTo>
                  <a:lnTo>
                    <a:pt x="109762" y="298196"/>
                  </a:lnTo>
                  <a:lnTo>
                    <a:pt x="126810" y="285623"/>
                  </a:lnTo>
                  <a:lnTo>
                    <a:pt x="127069" y="285396"/>
                  </a:lnTo>
                  <a:lnTo>
                    <a:pt x="128016" y="284734"/>
                  </a:lnTo>
                  <a:lnTo>
                    <a:pt x="128204" y="284734"/>
                  </a:lnTo>
                  <a:lnTo>
                    <a:pt x="150087" y="271399"/>
                  </a:lnTo>
                  <a:lnTo>
                    <a:pt x="150579" y="271069"/>
                  </a:lnTo>
                  <a:lnTo>
                    <a:pt x="151130" y="270764"/>
                  </a:lnTo>
                  <a:lnTo>
                    <a:pt x="153450" y="269621"/>
                  </a:lnTo>
                  <a:lnTo>
                    <a:pt x="178435" y="256794"/>
                  </a:lnTo>
                  <a:lnTo>
                    <a:pt x="209006" y="243125"/>
                  </a:lnTo>
                  <a:lnTo>
                    <a:pt x="245213" y="228839"/>
                  </a:lnTo>
                  <a:lnTo>
                    <a:pt x="283232" y="215389"/>
                  </a:lnTo>
                  <a:lnTo>
                    <a:pt x="282968" y="215389"/>
                  </a:lnTo>
                  <a:lnTo>
                    <a:pt x="326495" y="201567"/>
                  </a:lnTo>
                  <a:lnTo>
                    <a:pt x="371243" y="188588"/>
                  </a:lnTo>
                  <a:lnTo>
                    <a:pt x="418170" y="176182"/>
                  </a:lnTo>
                  <a:lnTo>
                    <a:pt x="470936" y="163409"/>
                  </a:lnTo>
                  <a:lnTo>
                    <a:pt x="470522" y="163409"/>
                  </a:lnTo>
                  <a:lnTo>
                    <a:pt x="525076" y="151328"/>
                  </a:lnTo>
                  <a:lnTo>
                    <a:pt x="581947" y="139649"/>
                  </a:lnTo>
                  <a:lnTo>
                    <a:pt x="641201" y="128477"/>
                  </a:lnTo>
                  <a:lnTo>
                    <a:pt x="703199" y="117856"/>
                  </a:lnTo>
                  <a:lnTo>
                    <a:pt x="766832" y="107735"/>
                  </a:lnTo>
                  <a:lnTo>
                    <a:pt x="766556" y="107735"/>
                  </a:lnTo>
                  <a:lnTo>
                    <a:pt x="832242" y="98135"/>
                  </a:lnTo>
                  <a:lnTo>
                    <a:pt x="899751" y="89122"/>
                  </a:lnTo>
                  <a:lnTo>
                    <a:pt x="969392" y="80817"/>
                  </a:lnTo>
                  <a:lnTo>
                    <a:pt x="968950" y="80817"/>
                  </a:lnTo>
                  <a:lnTo>
                    <a:pt x="1112519" y="66078"/>
                  </a:lnTo>
                  <a:lnTo>
                    <a:pt x="1112039" y="66078"/>
                  </a:lnTo>
                  <a:lnTo>
                    <a:pt x="1260726" y="54102"/>
                  </a:lnTo>
                  <a:lnTo>
                    <a:pt x="1260348" y="54102"/>
                  </a:lnTo>
                  <a:lnTo>
                    <a:pt x="1412366" y="45466"/>
                  </a:lnTo>
                  <a:lnTo>
                    <a:pt x="1411986" y="45466"/>
                  </a:lnTo>
                  <a:lnTo>
                    <a:pt x="1565910" y="40018"/>
                  </a:lnTo>
                  <a:lnTo>
                    <a:pt x="1564810" y="40018"/>
                  </a:lnTo>
                  <a:lnTo>
                    <a:pt x="1721485" y="38100"/>
                  </a:lnTo>
                  <a:lnTo>
                    <a:pt x="1721384" y="28067"/>
                  </a:lnTo>
                  <a:lnTo>
                    <a:pt x="1721265" y="16128"/>
                  </a:lnTo>
                  <a:lnTo>
                    <a:pt x="1721177" y="7366"/>
                  </a:lnTo>
                  <a:lnTo>
                    <a:pt x="1721104" y="0"/>
                  </a:lnTo>
                  <a:close/>
                </a:path>
                <a:path w="1721484" h="671830">
                  <a:moveTo>
                    <a:pt x="78102" y="346520"/>
                  </a:moveTo>
                  <a:lnTo>
                    <a:pt x="77851" y="348107"/>
                  </a:lnTo>
                  <a:lnTo>
                    <a:pt x="78098" y="348107"/>
                  </a:lnTo>
                  <a:lnTo>
                    <a:pt x="78102" y="346520"/>
                  </a:lnTo>
                  <a:close/>
                </a:path>
                <a:path w="1721484" h="671830">
                  <a:moveTo>
                    <a:pt x="78313" y="345186"/>
                  </a:moveTo>
                  <a:lnTo>
                    <a:pt x="78105" y="345186"/>
                  </a:lnTo>
                  <a:lnTo>
                    <a:pt x="78102" y="346520"/>
                  </a:lnTo>
                  <a:lnTo>
                    <a:pt x="78313" y="345186"/>
                  </a:lnTo>
                  <a:close/>
                </a:path>
                <a:path w="1721484" h="671830">
                  <a:moveTo>
                    <a:pt x="80264" y="332867"/>
                  </a:moveTo>
                  <a:lnTo>
                    <a:pt x="78740" y="337947"/>
                  </a:lnTo>
                  <a:lnTo>
                    <a:pt x="79829" y="335612"/>
                  </a:lnTo>
                  <a:lnTo>
                    <a:pt x="80264" y="332867"/>
                  </a:lnTo>
                  <a:close/>
                </a:path>
                <a:path w="1721484" h="671830">
                  <a:moveTo>
                    <a:pt x="79829" y="335612"/>
                  </a:moveTo>
                  <a:lnTo>
                    <a:pt x="78740" y="337947"/>
                  </a:lnTo>
                  <a:lnTo>
                    <a:pt x="79459" y="337947"/>
                  </a:lnTo>
                  <a:lnTo>
                    <a:pt x="79829" y="335612"/>
                  </a:lnTo>
                  <a:close/>
                </a:path>
                <a:path w="1721484" h="671830">
                  <a:moveTo>
                    <a:pt x="81110" y="332867"/>
                  </a:moveTo>
                  <a:lnTo>
                    <a:pt x="80264" y="332867"/>
                  </a:lnTo>
                  <a:lnTo>
                    <a:pt x="79829" y="335612"/>
                  </a:lnTo>
                  <a:lnTo>
                    <a:pt x="81110" y="332867"/>
                  </a:lnTo>
                  <a:close/>
                </a:path>
                <a:path w="1721484" h="671830">
                  <a:moveTo>
                    <a:pt x="85852" y="322707"/>
                  </a:moveTo>
                  <a:lnTo>
                    <a:pt x="83693" y="326263"/>
                  </a:lnTo>
                  <a:lnTo>
                    <a:pt x="84953" y="324632"/>
                  </a:lnTo>
                  <a:lnTo>
                    <a:pt x="85852" y="322707"/>
                  </a:lnTo>
                  <a:close/>
                </a:path>
                <a:path w="1721484" h="671830">
                  <a:moveTo>
                    <a:pt x="84953" y="324632"/>
                  </a:moveTo>
                  <a:lnTo>
                    <a:pt x="83693" y="326263"/>
                  </a:lnTo>
                  <a:lnTo>
                    <a:pt x="84192" y="326263"/>
                  </a:lnTo>
                  <a:lnTo>
                    <a:pt x="84953" y="324632"/>
                  </a:lnTo>
                  <a:close/>
                </a:path>
                <a:path w="1721484" h="671830">
                  <a:moveTo>
                    <a:pt x="86442" y="322707"/>
                  </a:moveTo>
                  <a:lnTo>
                    <a:pt x="85852" y="322707"/>
                  </a:lnTo>
                  <a:lnTo>
                    <a:pt x="85081" y="324358"/>
                  </a:lnTo>
                  <a:lnTo>
                    <a:pt x="86442" y="322707"/>
                  </a:lnTo>
                  <a:close/>
                </a:path>
                <a:path w="1721484" h="671830">
                  <a:moveTo>
                    <a:pt x="95377" y="311150"/>
                  </a:moveTo>
                  <a:lnTo>
                    <a:pt x="93345" y="313309"/>
                  </a:lnTo>
                  <a:lnTo>
                    <a:pt x="94661" y="312075"/>
                  </a:lnTo>
                  <a:lnTo>
                    <a:pt x="95377" y="311150"/>
                  </a:lnTo>
                  <a:close/>
                </a:path>
                <a:path w="1721484" h="671830">
                  <a:moveTo>
                    <a:pt x="94661" y="312075"/>
                  </a:moveTo>
                  <a:lnTo>
                    <a:pt x="93345" y="313309"/>
                  </a:lnTo>
                  <a:lnTo>
                    <a:pt x="93707" y="313309"/>
                  </a:lnTo>
                  <a:lnTo>
                    <a:pt x="94661" y="312075"/>
                  </a:lnTo>
                  <a:close/>
                </a:path>
                <a:path w="1721484" h="671830">
                  <a:moveTo>
                    <a:pt x="95649" y="311150"/>
                  </a:moveTo>
                  <a:lnTo>
                    <a:pt x="95377" y="311150"/>
                  </a:lnTo>
                  <a:lnTo>
                    <a:pt x="94661" y="312075"/>
                  </a:lnTo>
                  <a:lnTo>
                    <a:pt x="95649" y="311150"/>
                  </a:lnTo>
                  <a:close/>
                </a:path>
                <a:path w="1721484" h="671830">
                  <a:moveTo>
                    <a:pt x="108407" y="299195"/>
                  </a:moveTo>
                  <a:lnTo>
                    <a:pt x="107696" y="299720"/>
                  </a:lnTo>
                  <a:lnTo>
                    <a:pt x="107847" y="299720"/>
                  </a:lnTo>
                  <a:lnTo>
                    <a:pt x="108407" y="299195"/>
                  </a:lnTo>
                  <a:close/>
                </a:path>
                <a:path w="1721484" h="671830">
                  <a:moveTo>
                    <a:pt x="109762" y="298196"/>
                  </a:moveTo>
                  <a:lnTo>
                    <a:pt x="109474" y="298196"/>
                  </a:lnTo>
                  <a:lnTo>
                    <a:pt x="108407" y="299195"/>
                  </a:lnTo>
                  <a:lnTo>
                    <a:pt x="109762" y="298196"/>
                  </a:lnTo>
                  <a:close/>
                </a:path>
                <a:path w="1721484" h="671830">
                  <a:moveTo>
                    <a:pt x="128204" y="284734"/>
                  </a:moveTo>
                  <a:lnTo>
                    <a:pt x="128016" y="284734"/>
                  </a:lnTo>
                  <a:lnTo>
                    <a:pt x="127117" y="285396"/>
                  </a:lnTo>
                  <a:lnTo>
                    <a:pt x="128204" y="284734"/>
                  </a:lnTo>
                  <a:close/>
                </a:path>
                <a:path w="1721484" h="671830">
                  <a:moveTo>
                    <a:pt x="209721" y="242935"/>
                  </a:moveTo>
                  <a:lnTo>
                    <a:pt x="209054" y="243125"/>
                  </a:lnTo>
                  <a:lnTo>
                    <a:pt x="207183" y="243943"/>
                  </a:lnTo>
                  <a:lnTo>
                    <a:pt x="209721" y="242935"/>
                  </a:lnTo>
                  <a:close/>
                </a:path>
                <a:path w="1721484" h="671830">
                  <a:moveTo>
                    <a:pt x="285585" y="214556"/>
                  </a:moveTo>
                  <a:lnTo>
                    <a:pt x="282968" y="215389"/>
                  </a:lnTo>
                  <a:lnTo>
                    <a:pt x="283762" y="215230"/>
                  </a:lnTo>
                  <a:lnTo>
                    <a:pt x="285585" y="214556"/>
                  </a:lnTo>
                  <a:close/>
                </a:path>
                <a:path w="1721484" h="671830">
                  <a:moveTo>
                    <a:pt x="283681" y="215230"/>
                  </a:moveTo>
                  <a:lnTo>
                    <a:pt x="282968" y="215389"/>
                  </a:lnTo>
                  <a:lnTo>
                    <a:pt x="283232" y="215389"/>
                  </a:lnTo>
                  <a:lnTo>
                    <a:pt x="283681" y="215230"/>
                  </a:lnTo>
                  <a:close/>
                </a:path>
                <a:path w="1721484" h="671830">
                  <a:moveTo>
                    <a:pt x="475399" y="162331"/>
                  </a:moveTo>
                  <a:lnTo>
                    <a:pt x="470522" y="163409"/>
                  </a:lnTo>
                  <a:lnTo>
                    <a:pt x="470936" y="163409"/>
                  </a:lnTo>
                  <a:lnTo>
                    <a:pt x="475399" y="162331"/>
                  </a:lnTo>
                  <a:close/>
                </a:path>
                <a:path w="1721484" h="671830">
                  <a:moveTo>
                    <a:pt x="525413" y="151328"/>
                  </a:moveTo>
                  <a:lnTo>
                    <a:pt x="525093" y="151328"/>
                  </a:lnTo>
                  <a:lnTo>
                    <a:pt x="520357" y="152373"/>
                  </a:lnTo>
                  <a:lnTo>
                    <a:pt x="525413" y="151328"/>
                  </a:lnTo>
                  <a:close/>
                </a:path>
                <a:path w="1721484" h="671830">
                  <a:moveTo>
                    <a:pt x="582309" y="139649"/>
                  </a:moveTo>
                  <a:lnTo>
                    <a:pt x="581926" y="139649"/>
                  </a:lnTo>
                  <a:lnTo>
                    <a:pt x="577295" y="140606"/>
                  </a:lnTo>
                  <a:lnTo>
                    <a:pt x="582309" y="139649"/>
                  </a:lnTo>
                  <a:close/>
                </a:path>
                <a:path w="1721484" h="671830">
                  <a:moveTo>
                    <a:pt x="641617" y="128477"/>
                  </a:moveTo>
                  <a:lnTo>
                    <a:pt x="641178" y="128477"/>
                  </a:lnTo>
                  <a:lnTo>
                    <a:pt x="636449" y="129375"/>
                  </a:lnTo>
                  <a:lnTo>
                    <a:pt x="641617" y="128477"/>
                  </a:lnTo>
                  <a:close/>
                </a:path>
                <a:path w="1721484" h="671830">
                  <a:moveTo>
                    <a:pt x="769959" y="107238"/>
                  </a:moveTo>
                  <a:lnTo>
                    <a:pt x="766556" y="107735"/>
                  </a:lnTo>
                  <a:lnTo>
                    <a:pt x="766832" y="107735"/>
                  </a:lnTo>
                  <a:lnTo>
                    <a:pt x="769959" y="107238"/>
                  </a:lnTo>
                  <a:close/>
                </a:path>
                <a:path w="1721484" h="671830">
                  <a:moveTo>
                    <a:pt x="832878" y="98135"/>
                  </a:moveTo>
                  <a:lnTo>
                    <a:pt x="832263" y="98135"/>
                  </a:lnTo>
                  <a:lnTo>
                    <a:pt x="824674" y="99241"/>
                  </a:lnTo>
                  <a:lnTo>
                    <a:pt x="832878" y="98135"/>
                  </a:lnTo>
                  <a:close/>
                </a:path>
                <a:path w="1721484" h="671830">
                  <a:moveTo>
                    <a:pt x="900441" y="89122"/>
                  </a:moveTo>
                  <a:lnTo>
                    <a:pt x="899725" y="89122"/>
                  </a:lnTo>
                  <a:lnTo>
                    <a:pt x="893126" y="90011"/>
                  </a:lnTo>
                  <a:lnTo>
                    <a:pt x="900441" y="89122"/>
                  </a:lnTo>
                  <a:close/>
                </a:path>
                <a:path w="1721484" h="671830">
                  <a:moveTo>
                    <a:pt x="971995" y="80507"/>
                  </a:moveTo>
                  <a:lnTo>
                    <a:pt x="968950" y="80817"/>
                  </a:lnTo>
                  <a:lnTo>
                    <a:pt x="969392" y="80817"/>
                  </a:lnTo>
                  <a:lnTo>
                    <a:pt x="971995" y="80507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925557" y="3478148"/>
            <a:ext cx="2178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Evidence</a:t>
            </a:r>
            <a:r>
              <a:rPr sz="1200" spc="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Lower</a:t>
            </a:r>
            <a:r>
              <a:rPr sz="1200" spc="1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Bound</a:t>
            </a:r>
            <a:r>
              <a:rPr sz="1200" spc="130" dirty="0">
                <a:latin typeface="Tahoma"/>
                <a:cs typeface="Tahoma"/>
              </a:rPr>
              <a:t> </a:t>
            </a:r>
            <a:r>
              <a:rPr sz="1200" b="1" spc="-15" dirty="0">
                <a:latin typeface="Tahoma"/>
                <a:cs typeface="Tahoma"/>
              </a:rPr>
              <a:t>(ELBO)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31604" y="3729228"/>
            <a:ext cx="1506855" cy="671830"/>
          </a:xfrm>
          <a:custGeom>
            <a:avLst/>
            <a:gdLst/>
            <a:ahLst/>
            <a:cxnLst/>
            <a:rect l="l" t="t" r="r" b="b"/>
            <a:pathLst>
              <a:path w="1506854" h="671829">
                <a:moveTo>
                  <a:pt x="112904" y="557461"/>
                </a:moveTo>
                <a:lnTo>
                  <a:pt x="112019" y="557869"/>
                </a:lnTo>
                <a:lnTo>
                  <a:pt x="0" y="617093"/>
                </a:lnTo>
                <a:lnTo>
                  <a:pt x="115570" y="671703"/>
                </a:lnTo>
                <a:lnTo>
                  <a:pt x="114689" y="633984"/>
                </a:lnTo>
                <a:lnTo>
                  <a:pt x="95757" y="633984"/>
                </a:lnTo>
                <a:lnTo>
                  <a:pt x="94615" y="595884"/>
                </a:lnTo>
                <a:lnTo>
                  <a:pt x="113210" y="595331"/>
                </a:lnTo>
                <a:lnTo>
                  <a:pt x="113787" y="595331"/>
                </a:lnTo>
                <a:lnTo>
                  <a:pt x="112913" y="557869"/>
                </a:lnTo>
                <a:lnTo>
                  <a:pt x="112904" y="557461"/>
                </a:lnTo>
                <a:close/>
              </a:path>
              <a:path w="1506854" h="671829">
                <a:moveTo>
                  <a:pt x="345986" y="576579"/>
                </a:moveTo>
                <a:lnTo>
                  <a:pt x="275253" y="584370"/>
                </a:lnTo>
                <a:lnTo>
                  <a:pt x="205931" y="590410"/>
                </a:lnTo>
                <a:lnTo>
                  <a:pt x="205560" y="590410"/>
                </a:lnTo>
                <a:lnTo>
                  <a:pt x="137797" y="594648"/>
                </a:lnTo>
                <a:lnTo>
                  <a:pt x="94615" y="595884"/>
                </a:lnTo>
                <a:lnTo>
                  <a:pt x="95716" y="632587"/>
                </a:lnTo>
                <a:lnTo>
                  <a:pt x="95757" y="633984"/>
                </a:lnTo>
                <a:lnTo>
                  <a:pt x="114675" y="633387"/>
                </a:lnTo>
                <a:lnTo>
                  <a:pt x="113800" y="595884"/>
                </a:lnTo>
                <a:lnTo>
                  <a:pt x="113787" y="595331"/>
                </a:lnTo>
                <a:lnTo>
                  <a:pt x="481217" y="595331"/>
                </a:lnTo>
                <a:lnTo>
                  <a:pt x="483362" y="594995"/>
                </a:lnTo>
                <a:lnTo>
                  <a:pt x="549782" y="582930"/>
                </a:lnTo>
                <a:lnTo>
                  <a:pt x="579285" y="576891"/>
                </a:lnTo>
                <a:lnTo>
                  <a:pt x="343669" y="576891"/>
                </a:lnTo>
                <a:lnTo>
                  <a:pt x="345986" y="576579"/>
                </a:lnTo>
                <a:close/>
              </a:path>
              <a:path w="1506854" h="671829">
                <a:moveTo>
                  <a:pt x="114675" y="633387"/>
                </a:moveTo>
                <a:lnTo>
                  <a:pt x="95757" y="633984"/>
                </a:lnTo>
                <a:lnTo>
                  <a:pt x="114689" y="633984"/>
                </a:lnTo>
                <a:lnTo>
                  <a:pt x="114675" y="633387"/>
                </a:lnTo>
                <a:close/>
              </a:path>
              <a:path w="1506854" h="671829">
                <a:moveTo>
                  <a:pt x="481217" y="595331"/>
                </a:moveTo>
                <a:lnTo>
                  <a:pt x="113787" y="595331"/>
                </a:lnTo>
                <a:lnTo>
                  <a:pt x="114556" y="628269"/>
                </a:lnTo>
                <a:lnTo>
                  <a:pt x="114675" y="633387"/>
                </a:lnTo>
                <a:lnTo>
                  <a:pt x="140080" y="632587"/>
                </a:lnTo>
                <a:lnTo>
                  <a:pt x="209930" y="628269"/>
                </a:lnTo>
                <a:lnTo>
                  <a:pt x="279273" y="622300"/>
                </a:lnTo>
                <a:lnTo>
                  <a:pt x="347979" y="614680"/>
                </a:lnTo>
                <a:lnTo>
                  <a:pt x="416178" y="605536"/>
                </a:lnTo>
                <a:lnTo>
                  <a:pt x="481217" y="595331"/>
                </a:lnTo>
                <a:close/>
              </a:path>
              <a:path w="1506854" h="671829">
                <a:moveTo>
                  <a:pt x="275339" y="584370"/>
                </a:moveTo>
                <a:lnTo>
                  <a:pt x="274938" y="584370"/>
                </a:lnTo>
                <a:lnTo>
                  <a:pt x="273384" y="584541"/>
                </a:lnTo>
                <a:lnTo>
                  <a:pt x="275339" y="584370"/>
                </a:lnTo>
                <a:close/>
              </a:path>
              <a:path w="1506854" h="671829">
                <a:moveTo>
                  <a:pt x="345973" y="576579"/>
                </a:moveTo>
                <a:lnTo>
                  <a:pt x="342950" y="576891"/>
                </a:lnTo>
                <a:lnTo>
                  <a:pt x="343141" y="576891"/>
                </a:lnTo>
                <a:lnTo>
                  <a:pt x="345973" y="576579"/>
                </a:lnTo>
                <a:close/>
              </a:path>
              <a:path w="1506854" h="671829">
                <a:moveTo>
                  <a:pt x="412922" y="567556"/>
                </a:moveTo>
                <a:lnTo>
                  <a:pt x="343669" y="576891"/>
                </a:lnTo>
                <a:lnTo>
                  <a:pt x="579285" y="576891"/>
                </a:lnTo>
                <a:lnTo>
                  <a:pt x="614934" y="569595"/>
                </a:lnTo>
                <a:lnTo>
                  <a:pt x="622371" y="567886"/>
                </a:lnTo>
                <a:lnTo>
                  <a:pt x="410828" y="567886"/>
                </a:lnTo>
                <a:lnTo>
                  <a:pt x="412922" y="567556"/>
                </a:lnTo>
                <a:close/>
              </a:path>
              <a:path w="1506854" h="671829">
                <a:moveTo>
                  <a:pt x="412922" y="567556"/>
                </a:moveTo>
                <a:lnTo>
                  <a:pt x="410308" y="567886"/>
                </a:lnTo>
                <a:lnTo>
                  <a:pt x="410470" y="567886"/>
                </a:lnTo>
                <a:lnTo>
                  <a:pt x="412922" y="567556"/>
                </a:lnTo>
                <a:close/>
              </a:path>
              <a:path w="1506854" h="671829">
                <a:moveTo>
                  <a:pt x="543702" y="545301"/>
                </a:moveTo>
                <a:lnTo>
                  <a:pt x="476850" y="557461"/>
                </a:lnTo>
                <a:lnTo>
                  <a:pt x="410828" y="567886"/>
                </a:lnTo>
                <a:lnTo>
                  <a:pt x="622371" y="567886"/>
                </a:lnTo>
                <a:lnTo>
                  <a:pt x="679069" y="554863"/>
                </a:lnTo>
                <a:lnTo>
                  <a:pt x="715767" y="545558"/>
                </a:lnTo>
                <a:lnTo>
                  <a:pt x="542454" y="545558"/>
                </a:lnTo>
                <a:lnTo>
                  <a:pt x="543702" y="545301"/>
                </a:lnTo>
                <a:close/>
              </a:path>
              <a:path w="1506854" h="671829">
                <a:moveTo>
                  <a:pt x="476894" y="557461"/>
                </a:moveTo>
                <a:lnTo>
                  <a:pt x="476561" y="557461"/>
                </a:lnTo>
                <a:lnTo>
                  <a:pt x="474307" y="557869"/>
                </a:lnTo>
                <a:lnTo>
                  <a:pt x="476894" y="557461"/>
                </a:lnTo>
                <a:close/>
              </a:path>
              <a:path w="1506854" h="671829">
                <a:moveTo>
                  <a:pt x="608694" y="531921"/>
                </a:moveTo>
                <a:lnTo>
                  <a:pt x="542454" y="545558"/>
                </a:lnTo>
                <a:lnTo>
                  <a:pt x="715767" y="545558"/>
                </a:lnTo>
                <a:lnTo>
                  <a:pt x="741679" y="538988"/>
                </a:lnTo>
                <a:lnTo>
                  <a:pt x="765201" y="532337"/>
                </a:lnTo>
                <a:lnTo>
                  <a:pt x="606881" y="532337"/>
                </a:lnTo>
                <a:lnTo>
                  <a:pt x="608694" y="531921"/>
                </a:lnTo>
                <a:close/>
              </a:path>
              <a:path w="1506854" h="671829">
                <a:moveTo>
                  <a:pt x="1207288" y="312429"/>
                </a:moveTo>
                <a:lnTo>
                  <a:pt x="1159676" y="339207"/>
                </a:lnTo>
                <a:lnTo>
                  <a:pt x="1114032" y="362585"/>
                </a:lnTo>
                <a:lnTo>
                  <a:pt x="1066688" y="384778"/>
                </a:lnTo>
                <a:lnTo>
                  <a:pt x="1014111" y="407458"/>
                </a:lnTo>
                <a:lnTo>
                  <a:pt x="962457" y="428017"/>
                </a:lnTo>
                <a:lnTo>
                  <a:pt x="962170" y="428168"/>
                </a:lnTo>
                <a:lnTo>
                  <a:pt x="907590" y="448089"/>
                </a:lnTo>
                <a:lnTo>
                  <a:pt x="850377" y="467259"/>
                </a:lnTo>
                <a:lnTo>
                  <a:pt x="791839" y="485248"/>
                </a:lnTo>
                <a:lnTo>
                  <a:pt x="731417" y="502186"/>
                </a:lnTo>
                <a:lnTo>
                  <a:pt x="669752" y="517906"/>
                </a:lnTo>
                <a:lnTo>
                  <a:pt x="606881" y="532337"/>
                </a:lnTo>
                <a:lnTo>
                  <a:pt x="765201" y="532337"/>
                </a:lnTo>
                <a:lnTo>
                  <a:pt x="802767" y="521716"/>
                </a:lnTo>
                <a:lnTo>
                  <a:pt x="862329" y="503428"/>
                </a:lnTo>
                <a:lnTo>
                  <a:pt x="920115" y="483997"/>
                </a:lnTo>
                <a:lnTo>
                  <a:pt x="975995" y="463677"/>
                </a:lnTo>
                <a:lnTo>
                  <a:pt x="1029843" y="442214"/>
                </a:lnTo>
                <a:lnTo>
                  <a:pt x="1081531" y="419862"/>
                </a:lnTo>
                <a:lnTo>
                  <a:pt x="1131062" y="396621"/>
                </a:lnTo>
                <a:lnTo>
                  <a:pt x="1177925" y="372618"/>
                </a:lnTo>
                <a:lnTo>
                  <a:pt x="1222375" y="347726"/>
                </a:lnTo>
                <a:lnTo>
                  <a:pt x="1264285" y="322199"/>
                </a:lnTo>
                <a:lnTo>
                  <a:pt x="1275300" y="314879"/>
                </a:lnTo>
                <a:lnTo>
                  <a:pt x="1203205" y="314879"/>
                </a:lnTo>
                <a:lnTo>
                  <a:pt x="1207288" y="312429"/>
                </a:lnTo>
                <a:close/>
              </a:path>
              <a:path w="1506854" h="671829">
                <a:moveTo>
                  <a:pt x="962548" y="428017"/>
                </a:moveTo>
                <a:lnTo>
                  <a:pt x="962400" y="428017"/>
                </a:lnTo>
                <a:lnTo>
                  <a:pt x="960328" y="428842"/>
                </a:lnTo>
                <a:lnTo>
                  <a:pt x="962548" y="428017"/>
                </a:lnTo>
                <a:close/>
              </a:path>
              <a:path w="1506854" h="671829">
                <a:moveTo>
                  <a:pt x="1502648" y="39370"/>
                </a:moveTo>
                <a:lnTo>
                  <a:pt x="1464055" y="39370"/>
                </a:lnTo>
                <a:lnTo>
                  <a:pt x="1463783" y="40278"/>
                </a:lnTo>
                <a:lnTo>
                  <a:pt x="1463672" y="40650"/>
                </a:lnTo>
                <a:lnTo>
                  <a:pt x="1463575" y="41179"/>
                </a:lnTo>
                <a:lnTo>
                  <a:pt x="1460217" y="53829"/>
                </a:lnTo>
                <a:lnTo>
                  <a:pt x="1456269" y="65886"/>
                </a:lnTo>
                <a:lnTo>
                  <a:pt x="1451102" y="79121"/>
                </a:lnTo>
                <a:lnTo>
                  <a:pt x="1444807" y="92422"/>
                </a:lnTo>
                <a:lnTo>
                  <a:pt x="1444392" y="93356"/>
                </a:lnTo>
                <a:lnTo>
                  <a:pt x="1420873" y="132037"/>
                </a:lnTo>
                <a:lnTo>
                  <a:pt x="1386898" y="173717"/>
                </a:lnTo>
                <a:lnTo>
                  <a:pt x="1376580" y="184531"/>
                </a:lnTo>
                <a:lnTo>
                  <a:pt x="1375028" y="186182"/>
                </a:lnTo>
                <a:lnTo>
                  <a:pt x="1330864" y="226723"/>
                </a:lnTo>
                <a:lnTo>
                  <a:pt x="1300821" y="250474"/>
                </a:lnTo>
                <a:lnTo>
                  <a:pt x="1262499" y="277749"/>
                </a:lnTo>
                <a:lnTo>
                  <a:pt x="1224447" y="302136"/>
                </a:lnTo>
                <a:lnTo>
                  <a:pt x="1203205" y="314879"/>
                </a:lnTo>
                <a:lnTo>
                  <a:pt x="1275300" y="314879"/>
                </a:lnTo>
                <a:lnTo>
                  <a:pt x="1321562" y="282575"/>
                </a:lnTo>
                <a:lnTo>
                  <a:pt x="1356105" y="255270"/>
                </a:lnTo>
                <a:lnTo>
                  <a:pt x="1387475" y="227330"/>
                </a:lnTo>
                <a:lnTo>
                  <a:pt x="1415542" y="198882"/>
                </a:lnTo>
                <a:lnTo>
                  <a:pt x="1451228" y="155194"/>
                </a:lnTo>
                <a:lnTo>
                  <a:pt x="1478534" y="110109"/>
                </a:lnTo>
                <a:lnTo>
                  <a:pt x="1497076" y="63754"/>
                </a:lnTo>
                <a:lnTo>
                  <a:pt x="1501013" y="48260"/>
                </a:lnTo>
                <a:lnTo>
                  <a:pt x="1502648" y="39370"/>
                </a:lnTo>
                <a:close/>
              </a:path>
              <a:path w="1506854" h="671829">
                <a:moveTo>
                  <a:pt x="1468247" y="0"/>
                </a:moveTo>
                <a:lnTo>
                  <a:pt x="1467812" y="12391"/>
                </a:lnTo>
                <a:lnTo>
                  <a:pt x="1467739" y="14478"/>
                </a:lnTo>
                <a:lnTo>
                  <a:pt x="1467590" y="14478"/>
                </a:lnTo>
                <a:lnTo>
                  <a:pt x="1466349" y="26162"/>
                </a:lnTo>
                <a:lnTo>
                  <a:pt x="1463741" y="40278"/>
                </a:lnTo>
                <a:lnTo>
                  <a:pt x="1464055" y="39370"/>
                </a:lnTo>
                <a:lnTo>
                  <a:pt x="1502648" y="39370"/>
                </a:lnTo>
                <a:lnTo>
                  <a:pt x="1503934" y="32385"/>
                </a:lnTo>
                <a:lnTo>
                  <a:pt x="1505712" y="16637"/>
                </a:lnTo>
                <a:lnTo>
                  <a:pt x="1505802" y="14478"/>
                </a:lnTo>
                <a:lnTo>
                  <a:pt x="1467739" y="14478"/>
                </a:lnTo>
                <a:lnTo>
                  <a:pt x="1467787" y="13082"/>
                </a:lnTo>
                <a:lnTo>
                  <a:pt x="1505861" y="13082"/>
                </a:lnTo>
                <a:lnTo>
                  <a:pt x="1506347" y="1524"/>
                </a:lnTo>
                <a:lnTo>
                  <a:pt x="1468247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960357" y="176022"/>
            <a:ext cx="23685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Just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like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VAE,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want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learn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 </a:t>
            </a:r>
            <a:r>
              <a:rPr sz="1000" dirty="0">
                <a:latin typeface="Tahoma"/>
                <a:cs typeface="Tahoma"/>
              </a:rPr>
              <a:t>parameters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latent</a:t>
            </a:r>
            <a:r>
              <a:rPr sz="1000" spc="-10" dirty="0">
                <a:latin typeface="Tahoma"/>
                <a:cs typeface="Tahoma"/>
              </a:rPr>
              <a:t> space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F21329F-302A-36EC-98BE-1FC424C9D20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D553B84-729B-4955-AA27-B92599523163}" type="datetime1">
              <a:rPr lang="en-IN" smtClean="0"/>
              <a:t>17-10-2025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B61162-67C9-0B45-1DE6-BF6034DE6C4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B5E5527-3852-2AA6-3109-1466D8BE98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253" y="708420"/>
            <a:ext cx="5029694" cy="23560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098" y="3816119"/>
            <a:ext cx="5029694" cy="23560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82570" y="1454785"/>
            <a:ext cx="2019300" cy="1543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65"/>
              </a:lnSpc>
            </a:pPr>
            <a:r>
              <a:rPr sz="1000" spc="50" dirty="0">
                <a:latin typeface="Tahoma"/>
                <a:cs typeface="Tahoma"/>
              </a:rPr>
              <a:t>We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take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 sample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from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our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dataset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5147" y="1700910"/>
            <a:ext cx="2943225" cy="1543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65"/>
              </a:lnSpc>
            </a:pPr>
            <a:r>
              <a:rPr sz="1000" spc="50" dirty="0">
                <a:latin typeface="Tahoma"/>
                <a:cs typeface="Tahoma"/>
              </a:rPr>
              <a:t>We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generate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random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number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t,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between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and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82570" y="1953641"/>
            <a:ext cx="1347470" cy="1543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65"/>
              </a:lnSpc>
            </a:pPr>
            <a:r>
              <a:rPr sz="1000" spc="50" dirty="0">
                <a:latin typeface="Tahoma"/>
                <a:cs typeface="Tahoma"/>
              </a:rPr>
              <a:t>We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sample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some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noise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7309" y="2510917"/>
            <a:ext cx="5989320" cy="1543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165"/>
              </a:lnSpc>
            </a:pPr>
            <a:r>
              <a:rPr sz="1000" spc="50" dirty="0">
                <a:latin typeface="Tahoma"/>
                <a:cs typeface="Tahoma"/>
              </a:rPr>
              <a:t>We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50" dirty="0">
                <a:latin typeface="Tahoma"/>
                <a:cs typeface="Tahoma"/>
              </a:rPr>
              <a:t>add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noise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our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image,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train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model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learn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predict the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amount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 noise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present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it.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29305" y="4203700"/>
            <a:ext cx="1360170" cy="1543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70"/>
              </a:lnSpc>
            </a:pPr>
            <a:r>
              <a:rPr sz="1000" spc="50" dirty="0">
                <a:latin typeface="Tahoma"/>
                <a:cs typeface="Tahoma"/>
              </a:rPr>
              <a:t>We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sample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some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noise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07608" y="4514088"/>
            <a:ext cx="399415" cy="1013460"/>
          </a:xfrm>
          <a:custGeom>
            <a:avLst/>
            <a:gdLst/>
            <a:ahLst/>
            <a:cxnLst/>
            <a:rect l="l" t="t" r="r" b="b"/>
            <a:pathLst>
              <a:path w="399414" h="1013460">
                <a:moveTo>
                  <a:pt x="0" y="0"/>
                </a:moveTo>
                <a:lnTo>
                  <a:pt x="77700" y="2609"/>
                </a:lnTo>
                <a:lnTo>
                  <a:pt x="141160" y="9731"/>
                </a:lnTo>
                <a:lnTo>
                  <a:pt x="183951" y="20306"/>
                </a:lnTo>
                <a:lnTo>
                  <a:pt x="199643" y="33274"/>
                </a:lnTo>
                <a:lnTo>
                  <a:pt x="199643" y="473456"/>
                </a:lnTo>
                <a:lnTo>
                  <a:pt x="215336" y="486423"/>
                </a:lnTo>
                <a:lnTo>
                  <a:pt x="258127" y="496998"/>
                </a:lnTo>
                <a:lnTo>
                  <a:pt x="321587" y="504120"/>
                </a:lnTo>
                <a:lnTo>
                  <a:pt x="399288" y="506730"/>
                </a:lnTo>
                <a:lnTo>
                  <a:pt x="321587" y="509339"/>
                </a:lnTo>
                <a:lnTo>
                  <a:pt x="258127" y="516461"/>
                </a:lnTo>
                <a:lnTo>
                  <a:pt x="215336" y="527036"/>
                </a:lnTo>
                <a:lnTo>
                  <a:pt x="199643" y="540004"/>
                </a:lnTo>
                <a:lnTo>
                  <a:pt x="199643" y="980186"/>
                </a:lnTo>
                <a:lnTo>
                  <a:pt x="183951" y="993153"/>
                </a:lnTo>
                <a:lnTo>
                  <a:pt x="141160" y="1003728"/>
                </a:lnTo>
                <a:lnTo>
                  <a:pt x="77700" y="1010850"/>
                </a:lnTo>
                <a:lnTo>
                  <a:pt x="0" y="1013460"/>
                </a:lnTo>
              </a:path>
            </a:pathLst>
          </a:custGeom>
          <a:ln w="6349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79107" y="4941570"/>
            <a:ext cx="3229610" cy="1543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170"/>
              </a:lnSpc>
            </a:pPr>
            <a:r>
              <a:rPr sz="1000" spc="50" dirty="0">
                <a:latin typeface="Tahoma"/>
                <a:cs typeface="Tahoma"/>
              </a:rPr>
              <a:t>We </a:t>
            </a:r>
            <a:r>
              <a:rPr sz="1000" dirty="0">
                <a:latin typeface="Tahoma"/>
                <a:cs typeface="Tahoma"/>
              </a:rPr>
              <a:t>keep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denoising</a:t>
            </a:r>
            <a:r>
              <a:rPr sz="1000" spc="8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image</a:t>
            </a:r>
            <a:r>
              <a:rPr sz="1000" spc="1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progressively</a:t>
            </a:r>
            <a:r>
              <a:rPr sz="1000" spc="1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for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steps.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67A6347-4C34-B256-6D32-C8D13CE3BB8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9B67322-C64E-40EC-BD65-92EFF2F7723A}" type="datetime1">
              <a:rPr lang="en-IN" smtClean="0"/>
              <a:t>17-10-2025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5C88475-3DB4-99B2-C85D-8DCDDDAFF9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467424B-0EFE-2676-1502-44EF190329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236" y="614248"/>
            <a:ext cx="1355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75" dirty="0"/>
              <a:t>U-</a:t>
            </a:r>
            <a:r>
              <a:rPr spc="-150" dirty="0"/>
              <a:t>Net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921" y="1281104"/>
            <a:ext cx="6465997" cy="429968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8D4DACB-7B99-44D7-C658-B3D47AEA3CF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2FE7507-51E5-4156-92BF-57C5C4F8506F}" type="datetime1">
              <a:rPr lang="en-IN" smtClean="0"/>
              <a:t>17-10-2025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EDE7CE-A9E7-3A42-2861-2EFA180DF9A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79044D-C5FF-CB30-F0D1-282AA5DC9B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1489" y="2917825"/>
            <a:ext cx="8669019" cy="9946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42845" y="3317494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975" spc="37" baseline="-21367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2665" y="3317494"/>
            <a:ext cx="197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36515" y="3317494"/>
            <a:ext cx="197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0238" y="3320288"/>
            <a:ext cx="197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5376" y="3181858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70" dirty="0">
                <a:latin typeface="Tahoma"/>
                <a:cs typeface="Tahoma"/>
              </a:rPr>
              <a:t>…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9002" y="3323971"/>
            <a:ext cx="196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92436" y="2492755"/>
            <a:ext cx="1178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Tahoma"/>
                <a:cs typeface="Tahoma"/>
              </a:rPr>
              <a:t>Pure</a:t>
            </a:r>
            <a:r>
              <a:rPr sz="1800" b="1" spc="-4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noise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3088" y="2492755"/>
            <a:ext cx="1687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Original</a:t>
            </a:r>
            <a:r>
              <a:rPr sz="1800" b="1" spc="-10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image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72411" y="4191000"/>
            <a:ext cx="8642985" cy="1466850"/>
            <a:chOff x="1772411" y="4191000"/>
            <a:chExt cx="8642985" cy="14668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2411" y="4191000"/>
              <a:ext cx="548639" cy="5486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2611" y="4197095"/>
              <a:ext cx="548639" cy="5486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4523" y="4191000"/>
              <a:ext cx="548639" cy="5486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3200" y="4197095"/>
              <a:ext cx="548640" cy="5486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66376" y="4191000"/>
              <a:ext cx="548640" cy="54863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46477" y="4733162"/>
              <a:ext cx="8119745" cy="924560"/>
            </a:xfrm>
            <a:custGeom>
              <a:avLst/>
              <a:gdLst/>
              <a:ahLst/>
              <a:cxnLst/>
              <a:rect l="l" t="t" r="r" b="b"/>
              <a:pathLst>
                <a:path w="8119745" h="924560">
                  <a:moveTo>
                    <a:pt x="12700" y="0"/>
                  </a:moveTo>
                  <a:lnTo>
                    <a:pt x="0" y="762"/>
                  </a:lnTo>
                  <a:lnTo>
                    <a:pt x="1374" y="20574"/>
                  </a:lnTo>
                  <a:lnTo>
                    <a:pt x="1408" y="21060"/>
                  </a:lnTo>
                  <a:lnTo>
                    <a:pt x="13589" y="67182"/>
                  </a:lnTo>
                  <a:lnTo>
                    <a:pt x="37211" y="111125"/>
                  </a:lnTo>
                  <a:lnTo>
                    <a:pt x="71628" y="154559"/>
                  </a:lnTo>
                  <a:lnTo>
                    <a:pt x="116594" y="197491"/>
                  </a:lnTo>
                  <a:lnTo>
                    <a:pt x="171831" y="239775"/>
                  </a:lnTo>
                  <a:lnTo>
                    <a:pt x="236601" y="281431"/>
                  </a:lnTo>
                  <a:lnTo>
                    <a:pt x="272542" y="302132"/>
                  </a:lnTo>
                  <a:lnTo>
                    <a:pt x="310896" y="322580"/>
                  </a:lnTo>
                  <a:lnTo>
                    <a:pt x="351282" y="343026"/>
                  </a:lnTo>
                  <a:lnTo>
                    <a:pt x="394081" y="363093"/>
                  </a:lnTo>
                  <a:lnTo>
                    <a:pt x="439039" y="383031"/>
                  </a:lnTo>
                  <a:lnTo>
                    <a:pt x="486029" y="402844"/>
                  </a:lnTo>
                  <a:lnTo>
                    <a:pt x="535178" y="422401"/>
                  </a:lnTo>
                  <a:lnTo>
                    <a:pt x="586359" y="441579"/>
                  </a:lnTo>
                  <a:lnTo>
                    <a:pt x="639318" y="460756"/>
                  </a:lnTo>
                  <a:lnTo>
                    <a:pt x="694436" y="479551"/>
                  </a:lnTo>
                  <a:lnTo>
                    <a:pt x="751332" y="498348"/>
                  </a:lnTo>
                  <a:lnTo>
                    <a:pt x="810260" y="516636"/>
                  </a:lnTo>
                  <a:lnTo>
                    <a:pt x="870712" y="534670"/>
                  </a:lnTo>
                  <a:lnTo>
                    <a:pt x="933196" y="552577"/>
                  </a:lnTo>
                  <a:lnTo>
                    <a:pt x="997204" y="570103"/>
                  </a:lnTo>
                  <a:lnTo>
                    <a:pt x="1130300" y="604393"/>
                  </a:lnTo>
                  <a:lnTo>
                    <a:pt x="1269746" y="637286"/>
                  </a:lnTo>
                  <a:lnTo>
                    <a:pt x="1414907" y="668909"/>
                  </a:lnTo>
                  <a:lnTo>
                    <a:pt x="1565783" y="699008"/>
                  </a:lnTo>
                  <a:lnTo>
                    <a:pt x="1721866" y="727710"/>
                  </a:lnTo>
                  <a:lnTo>
                    <a:pt x="1882775" y="754761"/>
                  </a:lnTo>
                  <a:lnTo>
                    <a:pt x="2048002" y="780034"/>
                  </a:lnTo>
                  <a:lnTo>
                    <a:pt x="2217293" y="803656"/>
                  </a:lnTo>
                  <a:lnTo>
                    <a:pt x="2390394" y="825373"/>
                  </a:lnTo>
                  <a:lnTo>
                    <a:pt x="2566797" y="845185"/>
                  </a:lnTo>
                  <a:lnTo>
                    <a:pt x="2746121" y="863003"/>
                  </a:lnTo>
                  <a:lnTo>
                    <a:pt x="2928112" y="878725"/>
                  </a:lnTo>
                  <a:lnTo>
                    <a:pt x="3112262" y="892251"/>
                  </a:lnTo>
                  <a:lnTo>
                    <a:pt x="3298317" y="903503"/>
                  </a:lnTo>
                  <a:lnTo>
                    <a:pt x="3485769" y="912368"/>
                  </a:lnTo>
                  <a:lnTo>
                    <a:pt x="3677081" y="918933"/>
                  </a:lnTo>
                  <a:lnTo>
                    <a:pt x="3678808" y="918933"/>
                  </a:lnTo>
                  <a:lnTo>
                    <a:pt x="3863848" y="922743"/>
                  </a:lnTo>
                  <a:lnTo>
                    <a:pt x="4053459" y="924090"/>
                  </a:lnTo>
                  <a:lnTo>
                    <a:pt x="4243197" y="922743"/>
                  </a:lnTo>
                  <a:lnTo>
                    <a:pt x="4432554" y="918933"/>
                  </a:lnTo>
                  <a:lnTo>
                    <a:pt x="4621149" y="912558"/>
                  </a:lnTo>
                  <a:lnTo>
                    <a:pt x="4646123" y="911390"/>
                  </a:lnTo>
                  <a:lnTo>
                    <a:pt x="4053459" y="911390"/>
                  </a:lnTo>
                  <a:lnTo>
                    <a:pt x="3863975" y="910056"/>
                  </a:lnTo>
                  <a:lnTo>
                    <a:pt x="3679660" y="906246"/>
                  </a:lnTo>
                  <a:lnTo>
                    <a:pt x="3677701" y="906246"/>
                  </a:lnTo>
                  <a:lnTo>
                    <a:pt x="3486277" y="899668"/>
                  </a:lnTo>
                  <a:lnTo>
                    <a:pt x="3299535" y="890843"/>
                  </a:lnTo>
                  <a:lnTo>
                    <a:pt x="3113024" y="879576"/>
                  </a:lnTo>
                  <a:lnTo>
                    <a:pt x="2929128" y="866063"/>
                  </a:lnTo>
                  <a:lnTo>
                    <a:pt x="2747264" y="850392"/>
                  </a:lnTo>
                  <a:lnTo>
                    <a:pt x="2570108" y="832689"/>
                  </a:lnTo>
                  <a:lnTo>
                    <a:pt x="2568879" y="832689"/>
                  </a:lnTo>
                  <a:lnTo>
                    <a:pt x="2391791" y="812800"/>
                  </a:lnTo>
                  <a:lnTo>
                    <a:pt x="2218944" y="791083"/>
                  </a:lnTo>
                  <a:lnTo>
                    <a:pt x="2049780" y="767461"/>
                  </a:lnTo>
                  <a:lnTo>
                    <a:pt x="1884680" y="742188"/>
                  </a:lnTo>
                  <a:lnTo>
                    <a:pt x="1724025" y="715137"/>
                  </a:lnTo>
                  <a:lnTo>
                    <a:pt x="1568196" y="686562"/>
                  </a:lnTo>
                  <a:lnTo>
                    <a:pt x="1417447" y="656463"/>
                  </a:lnTo>
                  <a:lnTo>
                    <a:pt x="1272997" y="625094"/>
                  </a:lnTo>
                  <a:lnTo>
                    <a:pt x="1133873" y="592074"/>
                  </a:lnTo>
                  <a:lnTo>
                    <a:pt x="1133348" y="592074"/>
                  </a:lnTo>
                  <a:lnTo>
                    <a:pt x="1000955" y="557902"/>
                  </a:lnTo>
                  <a:lnTo>
                    <a:pt x="1000473" y="557902"/>
                  </a:lnTo>
                  <a:lnTo>
                    <a:pt x="936498" y="540385"/>
                  </a:lnTo>
                  <a:lnTo>
                    <a:pt x="874551" y="522559"/>
                  </a:lnTo>
                  <a:lnTo>
                    <a:pt x="874243" y="522559"/>
                  </a:lnTo>
                  <a:lnTo>
                    <a:pt x="813943" y="504444"/>
                  </a:lnTo>
                  <a:lnTo>
                    <a:pt x="757577" y="486913"/>
                  </a:lnTo>
                  <a:lnTo>
                    <a:pt x="698373" y="467487"/>
                  </a:lnTo>
                  <a:lnTo>
                    <a:pt x="643509" y="448818"/>
                  </a:lnTo>
                  <a:lnTo>
                    <a:pt x="590677" y="429641"/>
                  </a:lnTo>
                  <a:lnTo>
                    <a:pt x="540040" y="410573"/>
                  </a:lnTo>
                  <a:lnTo>
                    <a:pt x="539706" y="410573"/>
                  </a:lnTo>
                  <a:lnTo>
                    <a:pt x="490728" y="391032"/>
                  </a:lnTo>
                  <a:lnTo>
                    <a:pt x="446551" y="372426"/>
                  </a:lnTo>
                  <a:lnTo>
                    <a:pt x="399415" y="351536"/>
                  </a:lnTo>
                  <a:lnTo>
                    <a:pt x="357013" y="331597"/>
                  </a:lnTo>
                  <a:lnTo>
                    <a:pt x="316611" y="311276"/>
                  </a:lnTo>
                  <a:lnTo>
                    <a:pt x="277663" y="290449"/>
                  </a:lnTo>
                  <a:lnTo>
                    <a:pt x="243078" y="270510"/>
                  </a:lnTo>
                  <a:lnTo>
                    <a:pt x="210044" y="250084"/>
                  </a:lnTo>
                  <a:lnTo>
                    <a:pt x="209823" y="249906"/>
                  </a:lnTo>
                  <a:lnTo>
                    <a:pt x="179827" y="229951"/>
                  </a:lnTo>
                  <a:lnTo>
                    <a:pt x="177755" y="228473"/>
                  </a:lnTo>
                  <a:lnTo>
                    <a:pt x="151778" y="209383"/>
                  </a:lnTo>
                  <a:lnTo>
                    <a:pt x="150924" y="208699"/>
                  </a:lnTo>
                  <a:lnTo>
                    <a:pt x="149376" y="207518"/>
                  </a:lnTo>
                  <a:lnTo>
                    <a:pt x="125787" y="188568"/>
                  </a:lnTo>
                  <a:lnTo>
                    <a:pt x="125019" y="187879"/>
                  </a:lnTo>
                  <a:lnTo>
                    <a:pt x="124824" y="187732"/>
                  </a:lnTo>
                  <a:lnTo>
                    <a:pt x="123327" y="186436"/>
                  </a:lnTo>
                  <a:lnTo>
                    <a:pt x="101869" y="167108"/>
                  </a:lnTo>
                  <a:lnTo>
                    <a:pt x="101711" y="167108"/>
                  </a:lnTo>
                  <a:lnTo>
                    <a:pt x="81258" y="146164"/>
                  </a:lnTo>
                  <a:lnTo>
                    <a:pt x="80856" y="145832"/>
                  </a:lnTo>
                  <a:lnTo>
                    <a:pt x="63530" y="125739"/>
                  </a:lnTo>
                  <a:lnTo>
                    <a:pt x="63264" y="125374"/>
                  </a:lnTo>
                  <a:lnTo>
                    <a:pt x="62884" y="124918"/>
                  </a:lnTo>
                  <a:lnTo>
                    <a:pt x="47329" y="103480"/>
                  </a:lnTo>
                  <a:lnTo>
                    <a:pt x="25273" y="62103"/>
                  </a:lnTo>
                  <a:lnTo>
                    <a:pt x="14156" y="21462"/>
                  </a:lnTo>
                  <a:lnTo>
                    <a:pt x="14039" y="21060"/>
                  </a:lnTo>
                  <a:lnTo>
                    <a:pt x="13970" y="20574"/>
                  </a:lnTo>
                  <a:lnTo>
                    <a:pt x="13559" y="13207"/>
                  </a:lnTo>
                  <a:lnTo>
                    <a:pt x="12749" y="762"/>
                  </a:lnTo>
                  <a:lnTo>
                    <a:pt x="12700" y="0"/>
                  </a:lnTo>
                  <a:close/>
                </a:path>
                <a:path w="8119745" h="924560">
                  <a:moveTo>
                    <a:pt x="7853958" y="299697"/>
                  </a:moveTo>
                  <a:lnTo>
                    <a:pt x="7828207" y="299697"/>
                  </a:lnTo>
                  <a:lnTo>
                    <a:pt x="7790188" y="319650"/>
                  </a:lnTo>
                  <a:lnTo>
                    <a:pt x="7750058" y="339587"/>
                  </a:lnTo>
                  <a:lnTo>
                    <a:pt x="7707503" y="359282"/>
                  </a:lnTo>
                  <a:lnTo>
                    <a:pt x="7662799" y="378841"/>
                  </a:lnTo>
                  <a:lnTo>
                    <a:pt x="7616063" y="398272"/>
                  </a:lnTo>
                  <a:lnTo>
                    <a:pt x="7567168" y="417449"/>
                  </a:lnTo>
                  <a:lnTo>
                    <a:pt x="7516241" y="436372"/>
                  </a:lnTo>
                  <a:lnTo>
                    <a:pt x="7463282" y="455168"/>
                  </a:lnTo>
                  <a:lnTo>
                    <a:pt x="7408418" y="473710"/>
                  </a:lnTo>
                  <a:lnTo>
                    <a:pt x="7351649" y="491998"/>
                  </a:lnTo>
                  <a:lnTo>
                    <a:pt x="7292975" y="510031"/>
                  </a:lnTo>
                  <a:lnTo>
                    <a:pt x="7232650" y="527939"/>
                  </a:lnTo>
                  <a:lnTo>
                    <a:pt x="7170420" y="545465"/>
                  </a:lnTo>
                  <a:lnTo>
                    <a:pt x="7106412" y="562737"/>
                  </a:lnTo>
                  <a:lnTo>
                    <a:pt x="7040753" y="579755"/>
                  </a:lnTo>
                  <a:lnTo>
                    <a:pt x="6973570" y="596392"/>
                  </a:lnTo>
                  <a:lnTo>
                    <a:pt x="6834505" y="628904"/>
                  </a:lnTo>
                  <a:lnTo>
                    <a:pt x="6689344" y="660019"/>
                  </a:lnTo>
                  <a:lnTo>
                    <a:pt x="6538722" y="689610"/>
                  </a:lnTo>
                  <a:lnTo>
                    <a:pt x="6382893" y="717804"/>
                  </a:lnTo>
                  <a:lnTo>
                    <a:pt x="6222238" y="744474"/>
                  </a:lnTo>
                  <a:lnTo>
                    <a:pt x="6066615" y="768056"/>
                  </a:lnTo>
                  <a:lnTo>
                    <a:pt x="5887974" y="792734"/>
                  </a:lnTo>
                  <a:lnTo>
                    <a:pt x="5715000" y="814197"/>
                  </a:lnTo>
                  <a:lnTo>
                    <a:pt x="5548451" y="832689"/>
                  </a:lnTo>
                  <a:lnTo>
                    <a:pt x="5359654" y="851154"/>
                  </a:lnTo>
                  <a:lnTo>
                    <a:pt x="5177917" y="866635"/>
                  </a:lnTo>
                  <a:lnTo>
                    <a:pt x="4993894" y="879970"/>
                  </a:lnTo>
                  <a:lnTo>
                    <a:pt x="4807966" y="891108"/>
                  </a:lnTo>
                  <a:lnTo>
                    <a:pt x="4620641" y="899871"/>
                  </a:lnTo>
                  <a:lnTo>
                    <a:pt x="4432173" y="906246"/>
                  </a:lnTo>
                  <a:lnTo>
                    <a:pt x="4243070" y="910056"/>
                  </a:lnTo>
                  <a:lnTo>
                    <a:pt x="4053459" y="911390"/>
                  </a:lnTo>
                  <a:lnTo>
                    <a:pt x="4646123" y="911390"/>
                  </a:lnTo>
                  <a:lnTo>
                    <a:pt x="4808728" y="903782"/>
                  </a:lnTo>
                  <a:lnTo>
                    <a:pt x="4994783" y="892632"/>
                  </a:lnTo>
                  <a:lnTo>
                    <a:pt x="5178933" y="879297"/>
                  </a:lnTo>
                  <a:lnTo>
                    <a:pt x="5360797" y="863854"/>
                  </a:lnTo>
                  <a:lnTo>
                    <a:pt x="5540121" y="846328"/>
                  </a:lnTo>
                  <a:lnTo>
                    <a:pt x="5716524" y="826770"/>
                  </a:lnTo>
                  <a:lnTo>
                    <a:pt x="5889625" y="805307"/>
                  </a:lnTo>
                  <a:lnTo>
                    <a:pt x="6058916" y="781939"/>
                  </a:lnTo>
                  <a:lnTo>
                    <a:pt x="6224270" y="757047"/>
                  </a:lnTo>
                  <a:lnTo>
                    <a:pt x="6385052" y="730377"/>
                  </a:lnTo>
                  <a:lnTo>
                    <a:pt x="6541135" y="702183"/>
                  </a:lnTo>
                  <a:lnTo>
                    <a:pt x="6692011" y="672338"/>
                  </a:lnTo>
                  <a:lnTo>
                    <a:pt x="6837299" y="641223"/>
                  </a:lnTo>
                  <a:lnTo>
                    <a:pt x="6976618" y="608711"/>
                  </a:lnTo>
                  <a:lnTo>
                    <a:pt x="7043928" y="592074"/>
                  </a:lnTo>
                  <a:lnTo>
                    <a:pt x="7109714" y="575056"/>
                  </a:lnTo>
                  <a:lnTo>
                    <a:pt x="7236206" y="540131"/>
                  </a:lnTo>
                  <a:lnTo>
                    <a:pt x="7296658" y="522224"/>
                  </a:lnTo>
                  <a:lnTo>
                    <a:pt x="7355586" y="504063"/>
                  </a:lnTo>
                  <a:lnTo>
                    <a:pt x="7412482" y="485775"/>
                  </a:lnTo>
                  <a:lnTo>
                    <a:pt x="7467600" y="467232"/>
                  </a:lnTo>
                  <a:lnTo>
                    <a:pt x="7520558" y="448310"/>
                  </a:lnTo>
                  <a:lnTo>
                    <a:pt x="7571740" y="429260"/>
                  </a:lnTo>
                  <a:lnTo>
                    <a:pt x="7620889" y="410082"/>
                  </a:lnTo>
                  <a:lnTo>
                    <a:pt x="7667879" y="390525"/>
                  </a:lnTo>
                  <a:lnTo>
                    <a:pt x="7712837" y="370839"/>
                  </a:lnTo>
                  <a:lnTo>
                    <a:pt x="7755636" y="351028"/>
                  </a:lnTo>
                  <a:lnTo>
                    <a:pt x="7796022" y="330962"/>
                  </a:lnTo>
                  <a:lnTo>
                    <a:pt x="7834376" y="310769"/>
                  </a:lnTo>
                  <a:lnTo>
                    <a:pt x="7853958" y="299697"/>
                  </a:lnTo>
                  <a:close/>
                </a:path>
                <a:path w="8119745" h="924560">
                  <a:moveTo>
                    <a:pt x="2558962" y="831575"/>
                  </a:moveTo>
                  <a:lnTo>
                    <a:pt x="2568879" y="832689"/>
                  </a:lnTo>
                  <a:lnTo>
                    <a:pt x="2570108" y="832689"/>
                  </a:lnTo>
                  <a:lnTo>
                    <a:pt x="2558962" y="831575"/>
                  </a:lnTo>
                  <a:close/>
                </a:path>
                <a:path w="8119745" h="924560">
                  <a:moveTo>
                    <a:pt x="1122409" y="589303"/>
                  </a:moveTo>
                  <a:lnTo>
                    <a:pt x="1133348" y="592074"/>
                  </a:lnTo>
                  <a:lnTo>
                    <a:pt x="1133873" y="592074"/>
                  </a:lnTo>
                  <a:lnTo>
                    <a:pt x="1122409" y="589303"/>
                  </a:lnTo>
                  <a:close/>
                </a:path>
                <a:path w="8119745" h="924560">
                  <a:moveTo>
                    <a:pt x="988695" y="554677"/>
                  </a:moveTo>
                  <a:lnTo>
                    <a:pt x="1000473" y="557902"/>
                  </a:lnTo>
                  <a:lnTo>
                    <a:pt x="1000955" y="557902"/>
                  </a:lnTo>
                  <a:lnTo>
                    <a:pt x="988695" y="554677"/>
                  </a:lnTo>
                  <a:close/>
                </a:path>
                <a:path w="8119745" h="924560">
                  <a:moveTo>
                    <a:pt x="867252" y="520459"/>
                  </a:moveTo>
                  <a:lnTo>
                    <a:pt x="874243" y="522559"/>
                  </a:lnTo>
                  <a:lnTo>
                    <a:pt x="874551" y="522559"/>
                  </a:lnTo>
                  <a:lnTo>
                    <a:pt x="867252" y="520459"/>
                  </a:lnTo>
                  <a:close/>
                </a:path>
                <a:path w="8119745" h="924560">
                  <a:moveTo>
                    <a:pt x="534081" y="408329"/>
                  </a:moveTo>
                  <a:lnTo>
                    <a:pt x="539706" y="410573"/>
                  </a:lnTo>
                  <a:lnTo>
                    <a:pt x="540040" y="410573"/>
                  </a:lnTo>
                  <a:lnTo>
                    <a:pt x="534081" y="408329"/>
                  </a:lnTo>
                  <a:close/>
                </a:path>
                <a:path w="8119745" h="924560">
                  <a:moveTo>
                    <a:pt x="7752041" y="338604"/>
                  </a:moveTo>
                  <a:lnTo>
                    <a:pt x="7749923" y="339587"/>
                  </a:lnTo>
                  <a:lnTo>
                    <a:pt x="7750058" y="339587"/>
                  </a:lnTo>
                  <a:lnTo>
                    <a:pt x="7752041" y="338604"/>
                  </a:lnTo>
                  <a:close/>
                </a:path>
                <a:path w="8119745" h="924560">
                  <a:moveTo>
                    <a:pt x="8071548" y="95215"/>
                  </a:moveTo>
                  <a:lnTo>
                    <a:pt x="8061831" y="111125"/>
                  </a:lnTo>
                  <a:lnTo>
                    <a:pt x="8059420" y="115188"/>
                  </a:lnTo>
                  <a:lnTo>
                    <a:pt x="8044060" y="135777"/>
                  </a:lnTo>
                  <a:lnTo>
                    <a:pt x="8027751" y="154559"/>
                  </a:lnTo>
                  <a:lnTo>
                    <a:pt x="8026146" y="156463"/>
                  </a:lnTo>
                  <a:lnTo>
                    <a:pt x="8006340" y="176149"/>
                  </a:lnTo>
                  <a:lnTo>
                    <a:pt x="8005557" y="177047"/>
                  </a:lnTo>
                  <a:lnTo>
                    <a:pt x="7982218" y="197755"/>
                  </a:lnTo>
                  <a:lnTo>
                    <a:pt x="7981924" y="197961"/>
                  </a:lnTo>
                  <a:lnTo>
                    <a:pt x="7956386" y="218267"/>
                  </a:lnTo>
                  <a:lnTo>
                    <a:pt x="7956195" y="218476"/>
                  </a:lnTo>
                  <a:lnTo>
                    <a:pt x="7955833" y="218694"/>
                  </a:lnTo>
                  <a:lnTo>
                    <a:pt x="7955414" y="219039"/>
                  </a:lnTo>
                  <a:lnTo>
                    <a:pt x="7927848" y="238887"/>
                  </a:lnTo>
                  <a:lnTo>
                    <a:pt x="7897904" y="258725"/>
                  </a:lnTo>
                  <a:lnTo>
                    <a:pt x="7863338" y="279754"/>
                  </a:lnTo>
                  <a:lnTo>
                    <a:pt x="7824731" y="301524"/>
                  </a:lnTo>
                  <a:lnTo>
                    <a:pt x="7828207" y="299697"/>
                  </a:lnTo>
                  <a:lnTo>
                    <a:pt x="7853958" y="299697"/>
                  </a:lnTo>
                  <a:lnTo>
                    <a:pt x="7870317" y="290449"/>
                  </a:lnTo>
                  <a:lnTo>
                    <a:pt x="7903845" y="270001"/>
                  </a:lnTo>
                  <a:lnTo>
                    <a:pt x="7963916" y="228473"/>
                  </a:lnTo>
                  <a:lnTo>
                    <a:pt x="8014081" y="186436"/>
                  </a:lnTo>
                  <a:lnTo>
                    <a:pt x="8053832" y="143891"/>
                  </a:lnTo>
                  <a:lnTo>
                    <a:pt x="8083169" y="100584"/>
                  </a:lnTo>
                  <a:lnTo>
                    <a:pt x="8084855" y="95757"/>
                  </a:lnTo>
                  <a:lnTo>
                    <a:pt x="8071358" y="95757"/>
                  </a:lnTo>
                  <a:lnTo>
                    <a:pt x="8071548" y="95215"/>
                  </a:lnTo>
                  <a:close/>
                </a:path>
                <a:path w="8119745" h="924560">
                  <a:moveTo>
                    <a:pt x="8005557" y="177047"/>
                  </a:moveTo>
                  <a:lnTo>
                    <a:pt x="8005047" y="177387"/>
                  </a:lnTo>
                  <a:lnTo>
                    <a:pt x="8004404" y="178073"/>
                  </a:lnTo>
                  <a:lnTo>
                    <a:pt x="8005177" y="177387"/>
                  </a:lnTo>
                  <a:lnTo>
                    <a:pt x="8005437" y="177047"/>
                  </a:lnTo>
                  <a:close/>
                </a:path>
                <a:path w="8119745" h="924560">
                  <a:moveTo>
                    <a:pt x="101538" y="166809"/>
                  </a:moveTo>
                  <a:lnTo>
                    <a:pt x="101711" y="167108"/>
                  </a:lnTo>
                  <a:lnTo>
                    <a:pt x="101869" y="167108"/>
                  </a:lnTo>
                  <a:lnTo>
                    <a:pt x="101538" y="166809"/>
                  </a:lnTo>
                  <a:close/>
                </a:path>
                <a:path w="8119745" h="924560">
                  <a:moveTo>
                    <a:pt x="100526" y="165898"/>
                  </a:moveTo>
                  <a:lnTo>
                    <a:pt x="101412" y="166809"/>
                  </a:lnTo>
                  <a:lnTo>
                    <a:pt x="101391" y="166628"/>
                  </a:lnTo>
                  <a:lnTo>
                    <a:pt x="100526" y="165898"/>
                  </a:lnTo>
                  <a:close/>
                </a:path>
                <a:path w="8119745" h="924560">
                  <a:moveTo>
                    <a:pt x="8114109" y="72643"/>
                  </a:moveTo>
                  <a:lnTo>
                    <a:pt x="8079486" y="72643"/>
                  </a:lnTo>
                  <a:lnTo>
                    <a:pt x="8091424" y="76962"/>
                  </a:lnTo>
                  <a:lnTo>
                    <a:pt x="8087426" y="88401"/>
                  </a:lnTo>
                  <a:lnTo>
                    <a:pt x="8119491" y="96266"/>
                  </a:lnTo>
                  <a:lnTo>
                    <a:pt x="8114109" y="72643"/>
                  </a:lnTo>
                  <a:close/>
                </a:path>
                <a:path w="8119745" h="924560">
                  <a:moveTo>
                    <a:pt x="8085299" y="94487"/>
                  </a:moveTo>
                  <a:lnTo>
                    <a:pt x="8071993" y="94487"/>
                  </a:lnTo>
                  <a:lnTo>
                    <a:pt x="8071358" y="95757"/>
                  </a:lnTo>
                  <a:lnTo>
                    <a:pt x="8084855" y="95757"/>
                  </a:lnTo>
                  <a:lnTo>
                    <a:pt x="8085299" y="94487"/>
                  </a:lnTo>
                  <a:close/>
                </a:path>
                <a:path w="8119745" h="924560">
                  <a:moveTo>
                    <a:pt x="8075015" y="85356"/>
                  </a:moveTo>
                  <a:lnTo>
                    <a:pt x="8071548" y="95215"/>
                  </a:lnTo>
                  <a:lnTo>
                    <a:pt x="8071993" y="94487"/>
                  </a:lnTo>
                  <a:lnTo>
                    <a:pt x="8085299" y="94487"/>
                  </a:lnTo>
                  <a:lnTo>
                    <a:pt x="8087426" y="88401"/>
                  </a:lnTo>
                  <a:lnTo>
                    <a:pt x="8075015" y="85356"/>
                  </a:lnTo>
                  <a:close/>
                </a:path>
                <a:path w="8119745" h="924560">
                  <a:moveTo>
                    <a:pt x="8079486" y="72643"/>
                  </a:moveTo>
                  <a:lnTo>
                    <a:pt x="8075015" y="85356"/>
                  </a:lnTo>
                  <a:lnTo>
                    <a:pt x="8087426" y="88401"/>
                  </a:lnTo>
                  <a:lnTo>
                    <a:pt x="8091424" y="76962"/>
                  </a:lnTo>
                  <a:lnTo>
                    <a:pt x="8079486" y="72643"/>
                  </a:lnTo>
                  <a:close/>
                </a:path>
                <a:path w="8119745" h="924560">
                  <a:moveTo>
                    <a:pt x="8100568" y="13207"/>
                  </a:moveTo>
                  <a:lnTo>
                    <a:pt x="8045450" y="78105"/>
                  </a:lnTo>
                  <a:lnTo>
                    <a:pt x="8075015" y="85356"/>
                  </a:lnTo>
                  <a:lnTo>
                    <a:pt x="8079486" y="72643"/>
                  </a:lnTo>
                  <a:lnTo>
                    <a:pt x="8114109" y="72643"/>
                  </a:lnTo>
                  <a:lnTo>
                    <a:pt x="8100568" y="13207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2036445" y="1609725"/>
            <a:ext cx="8164195" cy="866775"/>
          </a:xfrm>
          <a:custGeom>
            <a:avLst/>
            <a:gdLst/>
            <a:ahLst/>
            <a:cxnLst/>
            <a:rect l="l" t="t" r="r" b="b"/>
            <a:pathLst>
              <a:path w="8164195" h="866775">
                <a:moveTo>
                  <a:pt x="7835594" y="556139"/>
                </a:moveTo>
                <a:lnTo>
                  <a:pt x="7805579" y="556139"/>
                </a:lnTo>
                <a:lnTo>
                  <a:pt x="7845933" y="574928"/>
                </a:lnTo>
                <a:lnTo>
                  <a:pt x="7884033" y="593978"/>
                </a:lnTo>
                <a:lnTo>
                  <a:pt x="7919847" y="613155"/>
                </a:lnTo>
                <a:lnTo>
                  <a:pt x="7984362" y="651763"/>
                </a:lnTo>
                <a:lnTo>
                  <a:pt x="8038464" y="690372"/>
                </a:lnTo>
                <a:lnTo>
                  <a:pt x="8082831" y="729785"/>
                </a:lnTo>
                <a:lnTo>
                  <a:pt x="8116099" y="768800"/>
                </a:lnTo>
                <a:lnTo>
                  <a:pt x="8116495" y="769205"/>
                </a:lnTo>
                <a:lnTo>
                  <a:pt x="8116644" y="769492"/>
                </a:lnTo>
                <a:lnTo>
                  <a:pt x="8116863" y="769775"/>
                </a:lnTo>
                <a:lnTo>
                  <a:pt x="8128898" y="788389"/>
                </a:lnTo>
                <a:lnTo>
                  <a:pt x="8129083" y="788797"/>
                </a:lnTo>
                <a:lnTo>
                  <a:pt x="8138588" y="807569"/>
                </a:lnTo>
                <a:lnTo>
                  <a:pt x="8138683" y="807830"/>
                </a:lnTo>
                <a:lnTo>
                  <a:pt x="8138922" y="808227"/>
                </a:lnTo>
                <a:lnTo>
                  <a:pt x="8138774" y="808227"/>
                </a:lnTo>
                <a:lnTo>
                  <a:pt x="8144463" y="823722"/>
                </a:lnTo>
                <a:lnTo>
                  <a:pt x="8145653" y="826897"/>
                </a:lnTo>
                <a:lnTo>
                  <a:pt x="8145707" y="827060"/>
                </a:lnTo>
                <a:lnTo>
                  <a:pt x="8145820" y="827659"/>
                </a:lnTo>
                <a:lnTo>
                  <a:pt x="8149594" y="844803"/>
                </a:lnTo>
                <a:lnTo>
                  <a:pt x="8149971" y="846201"/>
                </a:lnTo>
                <a:lnTo>
                  <a:pt x="8151427" y="865377"/>
                </a:lnTo>
                <a:lnTo>
                  <a:pt x="8151495" y="866266"/>
                </a:lnTo>
                <a:lnTo>
                  <a:pt x="8164068" y="865377"/>
                </a:lnTo>
                <a:lnTo>
                  <a:pt x="8162713" y="847089"/>
                </a:lnTo>
                <a:lnTo>
                  <a:pt x="8162647" y="846201"/>
                </a:lnTo>
                <a:lnTo>
                  <a:pt x="8162544" y="844803"/>
                </a:lnTo>
                <a:lnTo>
                  <a:pt x="8157972" y="823722"/>
                </a:lnTo>
                <a:lnTo>
                  <a:pt x="8152303" y="808227"/>
                </a:lnTo>
                <a:lnTo>
                  <a:pt x="8138922" y="808227"/>
                </a:lnTo>
                <a:lnTo>
                  <a:pt x="8138720" y="807830"/>
                </a:lnTo>
                <a:lnTo>
                  <a:pt x="8152158" y="807830"/>
                </a:lnTo>
                <a:lnTo>
                  <a:pt x="8150352" y="802894"/>
                </a:lnTo>
                <a:lnTo>
                  <a:pt x="8126603" y="761619"/>
                </a:lnTo>
                <a:lnTo>
                  <a:pt x="8091932" y="720851"/>
                </a:lnTo>
                <a:lnTo>
                  <a:pt x="8046720" y="680720"/>
                </a:lnTo>
                <a:lnTo>
                  <a:pt x="7991221" y="641096"/>
                </a:lnTo>
                <a:lnTo>
                  <a:pt x="7925943" y="601979"/>
                </a:lnTo>
                <a:lnTo>
                  <a:pt x="7889748" y="582676"/>
                </a:lnTo>
                <a:lnTo>
                  <a:pt x="7851394" y="563499"/>
                </a:lnTo>
                <a:lnTo>
                  <a:pt x="7835594" y="556139"/>
                </a:lnTo>
                <a:close/>
              </a:path>
              <a:path w="8164195" h="866775">
                <a:moveTo>
                  <a:pt x="0" y="769492"/>
                </a:moveTo>
                <a:lnTo>
                  <a:pt x="16382" y="853059"/>
                </a:lnTo>
                <a:lnTo>
                  <a:pt x="69627" y="794003"/>
                </a:lnTo>
                <a:lnTo>
                  <a:pt x="39369" y="794003"/>
                </a:lnTo>
                <a:lnTo>
                  <a:pt x="27305" y="789813"/>
                </a:lnTo>
                <a:lnTo>
                  <a:pt x="31462" y="778202"/>
                </a:lnTo>
                <a:lnTo>
                  <a:pt x="0" y="769492"/>
                </a:lnTo>
                <a:close/>
              </a:path>
              <a:path w="8164195" h="866775">
                <a:moveTo>
                  <a:pt x="31462" y="778202"/>
                </a:moveTo>
                <a:lnTo>
                  <a:pt x="27305" y="789813"/>
                </a:lnTo>
                <a:lnTo>
                  <a:pt x="39369" y="794003"/>
                </a:lnTo>
                <a:lnTo>
                  <a:pt x="43737" y="781600"/>
                </a:lnTo>
                <a:lnTo>
                  <a:pt x="31462" y="778202"/>
                </a:lnTo>
                <a:close/>
              </a:path>
              <a:path w="8164195" h="866775">
                <a:moveTo>
                  <a:pt x="43737" y="781600"/>
                </a:moveTo>
                <a:lnTo>
                  <a:pt x="39369" y="794003"/>
                </a:lnTo>
                <a:lnTo>
                  <a:pt x="69627" y="794003"/>
                </a:lnTo>
                <a:lnTo>
                  <a:pt x="73406" y="789813"/>
                </a:lnTo>
                <a:lnTo>
                  <a:pt x="43737" y="781600"/>
                </a:lnTo>
                <a:close/>
              </a:path>
              <a:path w="8164195" h="866775">
                <a:moveTo>
                  <a:pt x="4087114" y="0"/>
                </a:moveTo>
                <a:lnTo>
                  <a:pt x="3896232" y="1270"/>
                </a:lnTo>
                <a:lnTo>
                  <a:pt x="3705859" y="4952"/>
                </a:lnTo>
                <a:lnTo>
                  <a:pt x="3512085" y="11049"/>
                </a:lnTo>
                <a:lnTo>
                  <a:pt x="3513175" y="11049"/>
                </a:lnTo>
                <a:lnTo>
                  <a:pt x="3327527" y="19050"/>
                </a:lnTo>
                <a:lnTo>
                  <a:pt x="3140329" y="29463"/>
                </a:lnTo>
                <a:lnTo>
                  <a:pt x="2955163" y="41910"/>
                </a:lnTo>
                <a:lnTo>
                  <a:pt x="2772156" y="56387"/>
                </a:lnTo>
                <a:lnTo>
                  <a:pt x="2591816" y="72771"/>
                </a:lnTo>
                <a:lnTo>
                  <a:pt x="2414397" y="91186"/>
                </a:lnTo>
                <a:lnTo>
                  <a:pt x="2240280" y="111251"/>
                </a:lnTo>
                <a:lnTo>
                  <a:pt x="2069972" y="132969"/>
                </a:lnTo>
                <a:lnTo>
                  <a:pt x="1903730" y="156463"/>
                </a:lnTo>
                <a:lnTo>
                  <a:pt x="1741932" y="181355"/>
                </a:lnTo>
                <a:lnTo>
                  <a:pt x="1584959" y="207772"/>
                </a:lnTo>
                <a:lnTo>
                  <a:pt x="1433321" y="235585"/>
                </a:lnTo>
                <a:lnTo>
                  <a:pt x="1287271" y="264795"/>
                </a:lnTo>
                <a:lnTo>
                  <a:pt x="1216279" y="279780"/>
                </a:lnTo>
                <a:lnTo>
                  <a:pt x="1079246" y="310769"/>
                </a:lnTo>
                <a:lnTo>
                  <a:pt x="948690" y="342900"/>
                </a:lnTo>
                <a:lnTo>
                  <a:pt x="885952" y="359283"/>
                </a:lnTo>
                <a:lnTo>
                  <a:pt x="765937" y="393064"/>
                </a:lnTo>
                <a:lnTo>
                  <a:pt x="708660" y="410210"/>
                </a:lnTo>
                <a:lnTo>
                  <a:pt x="653288" y="427609"/>
                </a:lnTo>
                <a:lnTo>
                  <a:pt x="599821" y="445262"/>
                </a:lnTo>
                <a:lnTo>
                  <a:pt x="548386" y="463169"/>
                </a:lnTo>
                <a:lnTo>
                  <a:pt x="499110" y="481202"/>
                </a:lnTo>
                <a:lnTo>
                  <a:pt x="451866" y="499363"/>
                </a:lnTo>
                <a:lnTo>
                  <a:pt x="406654" y="517778"/>
                </a:lnTo>
                <a:lnTo>
                  <a:pt x="363600" y="536321"/>
                </a:lnTo>
                <a:lnTo>
                  <a:pt x="322834" y="555116"/>
                </a:lnTo>
                <a:lnTo>
                  <a:pt x="284353" y="574039"/>
                </a:lnTo>
                <a:lnTo>
                  <a:pt x="248285" y="593089"/>
                </a:lnTo>
                <a:lnTo>
                  <a:pt x="214375" y="612266"/>
                </a:lnTo>
                <a:lnTo>
                  <a:pt x="154050" y="651128"/>
                </a:lnTo>
                <a:lnTo>
                  <a:pt x="103631" y="690372"/>
                </a:lnTo>
                <a:lnTo>
                  <a:pt x="63627" y="730250"/>
                </a:lnTo>
                <a:lnTo>
                  <a:pt x="34036" y="771016"/>
                </a:lnTo>
                <a:lnTo>
                  <a:pt x="31462" y="778202"/>
                </a:lnTo>
                <a:lnTo>
                  <a:pt x="43737" y="781600"/>
                </a:lnTo>
                <a:lnTo>
                  <a:pt x="45272" y="777239"/>
                </a:lnTo>
                <a:lnTo>
                  <a:pt x="45085" y="777239"/>
                </a:lnTo>
                <a:lnTo>
                  <a:pt x="45719" y="775970"/>
                </a:lnTo>
                <a:lnTo>
                  <a:pt x="45920" y="775970"/>
                </a:lnTo>
                <a:lnTo>
                  <a:pt x="57704" y="758063"/>
                </a:lnTo>
                <a:lnTo>
                  <a:pt x="57904" y="757733"/>
                </a:lnTo>
                <a:lnTo>
                  <a:pt x="73551" y="738196"/>
                </a:lnTo>
                <a:lnTo>
                  <a:pt x="111727" y="700155"/>
                </a:lnTo>
                <a:lnTo>
                  <a:pt x="162254" y="660894"/>
                </a:lnTo>
                <a:lnTo>
                  <a:pt x="221295" y="622866"/>
                </a:lnTo>
                <a:lnTo>
                  <a:pt x="290194" y="585342"/>
                </a:lnTo>
                <a:lnTo>
                  <a:pt x="328217" y="566647"/>
                </a:lnTo>
                <a:lnTo>
                  <a:pt x="327948" y="566647"/>
                </a:lnTo>
                <a:lnTo>
                  <a:pt x="368781" y="547948"/>
                </a:lnTo>
                <a:lnTo>
                  <a:pt x="411606" y="529463"/>
                </a:lnTo>
                <a:lnTo>
                  <a:pt x="458859" y="510241"/>
                </a:lnTo>
                <a:lnTo>
                  <a:pt x="503555" y="493013"/>
                </a:lnTo>
                <a:lnTo>
                  <a:pt x="552704" y="475107"/>
                </a:lnTo>
                <a:lnTo>
                  <a:pt x="604012" y="457326"/>
                </a:lnTo>
                <a:lnTo>
                  <a:pt x="657225" y="439674"/>
                </a:lnTo>
                <a:lnTo>
                  <a:pt x="712469" y="422401"/>
                </a:lnTo>
                <a:lnTo>
                  <a:pt x="769493" y="405257"/>
                </a:lnTo>
                <a:lnTo>
                  <a:pt x="828548" y="388365"/>
                </a:lnTo>
                <a:lnTo>
                  <a:pt x="889381" y="371601"/>
                </a:lnTo>
                <a:lnTo>
                  <a:pt x="951865" y="355219"/>
                </a:lnTo>
                <a:lnTo>
                  <a:pt x="1082167" y="323214"/>
                </a:lnTo>
                <a:lnTo>
                  <a:pt x="1219072" y="292226"/>
                </a:lnTo>
                <a:lnTo>
                  <a:pt x="1289812" y="277240"/>
                </a:lnTo>
                <a:lnTo>
                  <a:pt x="1437281" y="247747"/>
                </a:lnTo>
                <a:lnTo>
                  <a:pt x="1586686" y="220320"/>
                </a:lnTo>
                <a:lnTo>
                  <a:pt x="1744091" y="193928"/>
                </a:lnTo>
                <a:lnTo>
                  <a:pt x="1905634" y="168910"/>
                </a:lnTo>
                <a:lnTo>
                  <a:pt x="2071751" y="145541"/>
                </a:lnTo>
                <a:lnTo>
                  <a:pt x="2241804" y="123825"/>
                </a:lnTo>
                <a:lnTo>
                  <a:pt x="2415794" y="103759"/>
                </a:lnTo>
                <a:lnTo>
                  <a:pt x="2593085" y="85471"/>
                </a:lnTo>
                <a:lnTo>
                  <a:pt x="2773408" y="69078"/>
                </a:lnTo>
                <a:lnTo>
                  <a:pt x="2956052" y="54610"/>
                </a:lnTo>
                <a:lnTo>
                  <a:pt x="3141218" y="42163"/>
                </a:lnTo>
                <a:lnTo>
                  <a:pt x="3328162" y="31750"/>
                </a:lnTo>
                <a:lnTo>
                  <a:pt x="3516629" y="23622"/>
                </a:lnTo>
                <a:lnTo>
                  <a:pt x="3702290" y="17652"/>
                </a:lnTo>
                <a:lnTo>
                  <a:pt x="3699451" y="17652"/>
                </a:lnTo>
                <a:lnTo>
                  <a:pt x="3896359" y="13970"/>
                </a:lnTo>
                <a:lnTo>
                  <a:pt x="4695253" y="12700"/>
                </a:lnTo>
                <a:lnTo>
                  <a:pt x="4658106" y="11049"/>
                </a:lnTo>
                <a:lnTo>
                  <a:pt x="4468368" y="4952"/>
                </a:lnTo>
                <a:lnTo>
                  <a:pt x="4277995" y="1270"/>
                </a:lnTo>
                <a:lnTo>
                  <a:pt x="4087114" y="0"/>
                </a:lnTo>
                <a:close/>
              </a:path>
              <a:path w="8164195" h="866775">
                <a:moveTo>
                  <a:pt x="45488" y="776626"/>
                </a:moveTo>
                <a:lnTo>
                  <a:pt x="45085" y="777239"/>
                </a:lnTo>
                <a:lnTo>
                  <a:pt x="45272" y="777239"/>
                </a:lnTo>
                <a:lnTo>
                  <a:pt x="45488" y="776626"/>
                </a:lnTo>
                <a:close/>
              </a:path>
              <a:path w="8164195" h="866775">
                <a:moveTo>
                  <a:pt x="45920" y="775970"/>
                </a:moveTo>
                <a:lnTo>
                  <a:pt x="45719" y="775970"/>
                </a:lnTo>
                <a:lnTo>
                  <a:pt x="45488" y="776626"/>
                </a:lnTo>
                <a:lnTo>
                  <a:pt x="45920" y="775970"/>
                </a:lnTo>
                <a:close/>
              </a:path>
              <a:path w="8164195" h="866775">
                <a:moveTo>
                  <a:pt x="8036872" y="689180"/>
                </a:moveTo>
                <a:lnTo>
                  <a:pt x="8038720" y="690733"/>
                </a:lnTo>
                <a:lnTo>
                  <a:pt x="8038667" y="690524"/>
                </a:lnTo>
                <a:lnTo>
                  <a:pt x="8038439" y="690372"/>
                </a:lnTo>
                <a:lnTo>
                  <a:pt x="8036872" y="689180"/>
                </a:lnTo>
                <a:close/>
              </a:path>
              <a:path w="8164195" h="866775">
                <a:moveTo>
                  <a:pt x="331868" y="564852"/>
                </a:moveTo>
                <a:lnTo>
                  <a:pt x="327948" y="566647"/>
                </a:lnTo>
                <a:lnTo>
                  <a:pt x="328217" y="566647"/>
                </a:lnTo>
                <a:lnTo>
                  <a:pt x="331868" y="564852"/>
                </a:lnTo>
                <a:close/>
              </a:path>
              <a:path w="8164195" h="866775">
                <a:moveTo>
                  <a:pt x="7751170" y="518798"/>
                </a:moveTo>
                <a:lnTo>
                  <a:pt x="7717854" y="518798"/>
                </a:lnTo>
                <a:lnTo>
                  <a:pt x="7762621" y="537210"/>
                </a:lnTo>
                <a:lnTo>
                  <a:pt x="7808309" y="557410"/>
                </a:lnTo>
                <a:lnTo>
                  <a:pt x="7805579" y="556139"/>
                </a:lnTo>
                <a:lnTo>
                  <a:pt x="7835594" y="556139"/>
                </a:lnTo>
                <a:lnTo>
                  <a:pt x="7810500" y="544449"/>
                </a:lnTo>
                <a:lnTo>
                  <a:pt x="7767574" y="525526"/>
                </a:lnTo>
                <a:lnTo>
                  <a:pt x="7751170" y="518798"/>
                </a:lnTo>
                <a:close/>
              </a:path>
              <a:path w="8164195" h="866775">
                <a:moveTo>
                  <a:pt x="368939" y="547948"/>
                </a:moveTo>
                <a:lnTo>
                  <a:pt x="368789" y="547948"/>
                </a:lnTo>
                <a:lnTo>
                  <a:pt x="366323" y="549074"/>
                </a:lnTo>
                <a:lnTo>
                  <a:pt x="368939" y="547948"/>
                </a:lnTo>
                <a:close/>
              </a:path>
              <a:path w="8164195" h="866775">
                <a:moveTo>
                  <a:pt x="4695253" y="12700"/>
                </a:moveTo>
                <a:lnTo>
                  <a:pt x="4087114" y="12700"/>
                </a:lnTo>
                <a:lnTo>
                  <a:pt x="4277868" y="13970"/>
                </a:lnTo>
                <a:lnTo>
                  <a:pt x="4468113" y="17652"/>
                </a:lnTo>
                <a:lnTo>
                  <a:pt x="4657598" y="23622"/>
                </a:lnTo>
                <a:lnTo>
                  <a:pt x="4846065" y="32003"/>
                </a:lnTo>
                <a:lnTo>
                  <a:pt x="5033009" y="42545"/>
                </a:lnTo>
                <a:lnTo>
                  <a:pt x="5218176" y="55245"/>
                </a:lnTo>
                <a:lnTo>
                  <a:pt x="5400929" y="69850"/>
                </a:lnTo>
                <a:lnTo>
                  <a:pt x="5581141" y="86487"/>
                </a:lnTo>
                <a:lnTo>
                  <a:pt x="5758433" y="105028"/>
                </a:lnTo>
                <a:lnTo>
                  <a:pt x="5932424" y="125475"/>
                </a:lnTo>
                <a:lnTo>
                  <a:pt x="6102477" y="147574"/>
                </a:lnTo>
                <a:lnTo>
                  <a:pt x="6267244" y="171004"/>
                </a:lnTo>
                <a:lnTo>
                  <a:pt x="6430263" y="196596"/>
                </a:lnTo>
                <a:lnTo>
                  <a:pt x="6586982" y="223392"/>
                </a:lnTo>
                <a:lnTo>
                  <a:pt x="6736935" y="251297"/>
                </a:lnTo>
                <a:lnTo>
                  <a:pt x="6884415" y="281177"/>
                </a:lnTo>
                <a:lnTo>
                  <a:pt x="7024370" y="311912"/>
                </a:lnTo>
                <a:lnTo>
                  <a:pt x="7092060" y="327787"/>
                </a:lnTo>
                <a:lnTo>
                  <a:pt x="7157974" y="343915"/>
                </a:lnTo>
                <a:lnTo>
                  <a:pt x="7284847" y="377063"/>
                </a:lnTo>
                <a:lnTo>
                  <a:pt x="7345680" y="393953"/>
                </a:lnTo>
                <a:lnTo>
                  <a:pt x="7404734" y="411099"/>
                </a:lnTo>
                <a:lnTo>
                  <a:pt x="7461758" y="428498"/>
                </a:lnTo>
                <a:lnTo>
                  <a:pt x="7517003" y="446150"/>
                </a:lnTo>
                <a:lnTo>
                  <a:pt x="7570215" y="463930"/>
                </a:lnTo>
                <a:lnTo>
                  <a:pt x="7621524" y="482091"/>
                </a:lnTo>
                <a:lnTo>
                  <a:pt x="7670673" y="500252"/>
                </a:lnTo>
                <a:lnTo>
                  <a:pt x="7722147" y="520564"/>
                </a:lnTo>
                <a:lnTo>
                  <a:pt x="7717854" y="518798"/>
                </a:lnTo>
                <a:lnTo>
                  <a:pt x="7751170" y="518798"/>
                </a:lnTo>
                <a:lnTo>
                  <a:pt x="7722361" y="506984"/>
                </a:lnTo>
                <a:lnTo>
                  <a:pt x="7675118" y="488441"/>
                </a:lnTo>
                <a:lnTo>
                  <a:pt x="7625841" y="470026"/>
                </a:lnTo>
                <a:lnTo>
                  <a:pt x="7574280" y="451992"/>
                </a:lnTo>
                <a:lnTo>
                  <a:pt x="7520939" y="434086"/>
                </a:lnTo>
                <a:lnTo>
                  <a:pt x="7465440" y="416433"/>
                </a:lnTo>
                <a:lnTo>
                  <a:pt x="7408290" y="398907"/>
                </a:lnTo>
                <a:lnTo>
                  <a:pt x="7349108" y="381762"/>
                </a:lnTo>
                <a:lnTo>
                  <a:pt x="7288149" y="364744"/>
                </a:lnTo>
                <a:lnTo>
                  <a:pt x="7161022" y="331597"/>
                </a:lnTo>
                <a:lnTo>
                  <a:pt x="7094982" y="315467"/>
                </a:lnTo>
                <a:lnTo>
                  <a:pt x="6957822" y="283972"/>
                </a:lnTo>
                <a:lnTo>
                  <a:pt x="6886956" y="268732"/>
                </a:lnTo>
                <a:lnTo>
                  <a:pt x="6740779" y="239140"/>
                </a:lnTo>
                <a:lnTo>
                  <a:pt x="6589140" y="210947"/>
                </a:lnTo>
                <a:lnTo>
                  <a:pt x="6432169" y="184023"/>
                </a:lnTo>
                <a:lnTo>
                  <a:pt x="6270371" y="158750"/>
                </a:lnTo>
                <a:lnTo>
                  <a:pt x="6104255" y="135000"/>
                </a:lnTo>
                <a:lnTo>
                  <a:pt x="5933948" y="112902"/>
                </a:lnTo>
                <a:lnTo>
                  <a:pt x="5759831" y="92455"/>
                </a:lnTo>
                <a:lnTo>
                  <a:pt x="5582411" y="73913"/>
                </a:lnTo>
                <a:lnTo>
                  <a:pt x="5401945" y="57150"/>
                </a:lnTo>
                <a:lnTo>
                  <a:pt x="5219064" y="42545"/>
                </a:lnTo>
                <a:lnTo>
                  <a:pt x="5033772" y="29845"/>
                </a:lnTo>
                <a:lnTo>
                  <a:pt x="4846701" y="19430"/>
                </a:lnTo>
                <a:lnTo>
                  <a:pt x="4695253" y="12700"/>
                </a:lnTo>
                <a:close/>
              </a:path>
              <a:path w="8164195" h="866775">
                <a:moveTo>
                  <a:pt x="1587263" y="220320"/>
                </a:moveTo>
                <a:lnTo>
                  <a:pt x="1586697" y="220320"/>
                </a:lnTo>
                <a:lnTo>
                  <a:pt x="1580335" y="221486"/>
                </a:lnTo>
                <a:lnTo>
                  <a:pt x="1587263" y="220320"/>
                </a:lnTo>
                <a:close/>
              </a:path>
            </a:pathLst>
          </a:custGeom>
          <a:solidFill>
            <a:srgbClr val="2CC3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93870" y="2135581"/>
            <a:ext cx="3568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Reverse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process: </a:t>
            </a:r>
            <a:r>
              <a:rPr sz="1800" b="1" spc="-30" dirty="0">
                <a:latin typeface="Tahoma"/>
                <a:cs typeface="Tahoma"/>
              </a:rPr>
              <a:t>Neural</a:t>
            </a:r>
            <a:r>
              <a:rPr sz="1800" b="1" spc="5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network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39080" y="5120385"/>
            <a:ext cx="2485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Forward</a:t>
            </a:r>
            <a:r>
              <a:rPr sz="1800" spc="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process:</a:t>
            </a:r>
            <a:r>
              <a:rPr sz="1800" spc="95" dirty="0">
                <a:latin typeface="Tahoma"/>
                <a:cs typeface="Tahoma"/>
              </a:rPr>
              <a:t> </a:t>
            </a:r>
            <a:r>
              <a:rPr sz="1800" b="1" spc="-20" dirty="0">
                <a:latin typeface="Tahoma"/>
                <a:cs typeface="Tahoma"/>
              </a:rPr>
              <a:t>Fixed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618236" y="614248"/>
            <a:ext cx="6240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0" dirty="0"/>
              <a:t>How</a:t>
            </a:r>
            <a:r>
              <a:rPr spc="-20" dirty="0"/>
              <a:t> to</a:t>
            </a:r>
            <a:r>
              <a:rPr spc="-245" dirty="0"/>
              <a:t> </a:t>
            </a:r>
            <a:r>
              <a:rPr spc="-190" dirty="0"/>
              <a:t>generate</a:t>
            </a:r>
            <a:r>
              <a:rPr spc="-105" dirty="0"/>
              <a:t> </a:t>
            </a:r>
            <a:r>
              <a:rPr spc="-375" dirty="0"/>
              <a:t>new</a:t>
            </a:r>
            <a:r>
              <a:rPr spc="-35" dirty="0"/>
              <a:t> </a:t>
            </a:r>
            <a:r>
              <a:rPr spc="-125" dirty="0"/>
              <a:t>data?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3F50165-6833-E04D-BC88-A3F003370F4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1E25CD3-C45E-4FCA-9E60-316C48961EC3}" type="datetime1">
              <a:rPr lang="en-IN" smtClean="0"/>
              <a:t>17-10-2025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A18DF67E-1FAF-86BE-8CDD-F8DBCFE3B3C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74B4268D-EE49-2B22-2C53-845BC6DBD0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0" dirty="0"/>
              <a:t>How</a:t>
            </a:r>
            <a:r>
              <a:rPr spc="-20" dirty="0"/>
              <a:t> to</a:t>
            </a:r>
            <a:r>
              <a:rPr spc="-190" dirty="0"/>
              <a:t> </a:t>
            </a:r>
            <a:r>
              <a:rPr spc="-254" dirty="0"/>
              <a:t>condition</a:t>
            </a:r>
            <a:r>
              <a:rPr spc="-50" dirty="0"/>
              <a:t> </a:t>
            </a:r>
            <a:r>
              <a:rPr spc="-290" dirty="0"/>
              <a:t>the</a:t>
            </a:r>
            <a:r>
              <a:rPr spc="-25" dirty="0"/>
              <a:t> </a:t>
            </a:r>
            <a:r>
              <a:rPr spc="-275" dirty="0"/>
              <a:t>reverse</a:t>
            </a:r>
            <a:r>
              <a:rPr spc="-45" dirty="0"/>
              <a:t> </a:t>
            </a:r>
            <a:r>
              <a:rPr spc="-450" dirty="0"/>
              <a:t>process?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58569" y="1913585"/>
            <a:ext cx="9618980" cy="2935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 algn="just">
              <a:lnSpc>
                <a:spcPts val="16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+mn-lt"/>
              </a:rPr>
              <a:t>Since</a:t>
            </a:r>
            <a:r>
              <a:rPr sz="1600" spc="-10" dirty="0">
                <a:latin typeface="+mn-lt"/>
              </a:rPr>
              <a:t> </a:t>
            </a:r>
            <a:r>
              <a:rPr sz="1600" dirty="0">
                <a:latin typeface="+mn-lt"/>
              </a:rPr>
              <a:t>we</a:t>
            </a:r>
            <a:r>
              <a:rPr sz="1600" spc="5" dirty="0">
                <a:latin typeface="+mn-lt"/>
              </a:rPr>
              <a:t> </a:t>
            </a:r>
            <a:r>
              <a:rPr sz="1600" spc="-20" dirty="0">
                <a:latin typeface="+mn-lt"/>
              </a:rPr>
              <a:t>start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from</a:t>
            </a:r>
            <a:r>
              <a:rPr sz="1600" spc="-25" dirty="0">
                <a:latin typeface="+mn-lt"/>
              </a:rPr>
              <a:t> </a:t>
            </a:r>
            <a:r>
              <a:rPr sz="1600" dirty="0">
                <a:latin typeface="+mn-lt"/>
              </a:rPr>
              <a:t>noise</a:t>
            </a:r>
            <a:r>
              <a:rPr sz="1600" spc="5" dirty="0">
                <a:latin typeface="+mn-lt"/>
              </a:rPr>
              <a:t> </a:t>
            </a:r>
            <a:r>
              <a:rPr sz="1600" dirty="0">
                <a:latin typeface="+mn-lt"/>
              </a:rPr>
              <a:t>in the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reserve</a:t>
            </a:r>
            <a:r>
              <a:rPr sz="1600" spc="-30" dirty="0">
                <a:latin typeface="+mn-lt"/>
              </a:rPr>
              <a:t> </a:t>
            </a:r>
            <a:r>
              <a:rPr sz="1600" dirty="0">
                <a:latin typeface="+mn-lt"/>
              </a:rPr>
              <a:t>process,</a:t>
            </a:r>
            <a:r>
              <a:rPr sz="1600" spc="-65" dirty="0">
                <a:latin typeface="+mn-lt"/>
              </a:rPr>
              <a:t> </a:t>
            </a:r>
            <a:r>
              <a:rPr sz="1600" dirty="0">
                <a:latin typeface="+mn-lt"/>
              </a:rPr>
              <a:t>how can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the</a:t>
            </a:r>
            <a:r>
              <a:rPr sz="1600" spc="-15" dirty="0">
                <a:latin typeface="+mn-lt"/>
              </a:rPr>
              <a:t> </a:t>
            </a:r>
            <a:r>
              <a:rPr sz="1600" spc="65" dirty="0">
                <a:latin typeface="+mn-lt"/>
              </a:rPr>
              <a:t>model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know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what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we</a:t>
            </a:r>
            <a:r>
              <a:rPr sz="1600" spc="20" dirty="0">
                <a:latin typeface="+mn-lt"/>
              </a:rPr>
              <a:t> </a:t>
            </a:r>
            <a:r>
              <a:rPr sz="1600" dirty="0">
                <a:latin typeface="+mn-lt"/>
              </a:rPr>
              <a:t>want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as</a:t>
            </a:r>
            <a:r>
              <a:rPr sz="1600" spc="20" dirty="0">
                <a:latin typeface="+mn-lt"/>
              </a:rPr>
              <a:t> </a:t>
            </a:r>
            <a:r>
              <a:rPr sz="1600" dirty="0">
                <a:latin typeface="+mn-lt"/>
              </a:rPr>
              <a:t>output?</a:t>
            </a:r>
            <a:r>
              <a:rPr sz="1600" spc="-40" dirty="0">
                <a:latin typeface="+mn-lt"/>
              </a:rPr>
              <a:t> </a:t>
            </a:r>
            <a:r>
              <a:rPr sz="1600" spc="50" dirty="0">
                <a:latin typeface="+mn-lt"/>
              </a:rPr>
              <a:t>How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can </a:t>
            </a:r>
            <a:r>
              <a:rPr sz="1600" spc="-25" dirty="0">
                <a:latin typeface="+mn-lt"/>
              </a:rPr>
              <a:t>the</a:t>
            </a:r>
            <a:r>
              <a:rPr lang="en-US" sz="1600" spc="-25" dirty="0">
                <a:latin typeface="+mn-lt"/>
              </a:rPr>
              <a:t> </a:t>
            </a:r>
            <a:r>
              <a:rPr sz="1600" spc="65" dirty="0">
                <a:latin typeface="+mn-lt"/>
              </a:rPr>
              <a:t>model</a:t>
            </a:r>
            <a:r>
              <a:rPr sz="1600" spc="-45" dirty="0">
                <a:latin typeface="+mn-lt"/>
              </a:rPr>
              <a:t> </a:t>
            </a:r>
            <a:r>
              <a:rPr sz="1600" spc="10" dirty="0">
                <a:latin typeface="+mn-lt"/>
              </a:rPr>
              <a:t>understand</a:t>
            </a:r>
            <a:r>
              <a:rPr sz="1600" spc="-75" dirty="0">
                <a:latin typeface="+mn-lt"/>
              </a:rPr>
              <a:t> </a:t>
            </a:r>
            <a:r>
              <a:rPr sz="1600" spc="10" dirty="0">
                <a:latin typeface="+mn-lt"/>
              </a:rPr>
              <a:t>our</a:t>
            </a:r>
            <a:r>
              <a:rPr sz="1600" spc="-20" dirty="0">
                <a:latin typeface="+mn-lt"/>
              </a:rPr>
              <a:t> </a:t>
            </a:r>
            <a:r>
              <a:rPr sz="1600" spc="10" dirty="0">
                <a:latin typeface="+mn-lt"/>
              </a:rPr>
              <a:t>prompt?</a:t>
            </a:r>
            <a:r>
              <a:rPr sz="1600" spc="-85" dirty="0">
                <a:latin typeface="+mn-lt"/>
              </a:rPr>
              <a:t> </a:t>
            </a:r>
            <a:r>
              <a:rPr sz="1600" dirty="0">
                <a:latin typeface="+mn-lt"/>
              </a:rPr>
              <a:t>This</a:t>
            </a:r>
            <a:r>
              <a:rPr sz="1600" spc="-20" dirty="0">
                <a:latin typeface="+mn-lt"/>
              </a:rPr>
              <a:t> </a:t>
            </a:r>
            <a:r>
              <a:rPr sz="1600" spc="10" dirty="0">
                <a:latin typeface="+mn-lt"/>
              </a:rPr>
              <a:t>is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why</a:t>
            </a:r>
            <a:r>
              <a:rPr sz="1600" spc="-15" dirty="0">
                <a:latin typeface="+mn-lt"/>
              </a:rPr>
              <a:t> </a:t>
            </a:r>
            <a:r>
              <a:rPr sz="1600" spc="10" dirty="0">
                <a:latin typeface="+mn-lt"/>
              </a:rPr>
              <a:t>we</a:t>
            </a:r>
            <a:r>
              <a:rPr sz="1600" spc="-25" dirty="0">
                <a:latin typeface="+mn-lt"/>
              </a:rPr>
              <a:t> </a:t>
            </a:r>
            <a:r>
              <a:rPr sz="1600" spc="60" dirty="0">
                <a:latin typeface="+mn-lt"/>
              </a:rPr>
              <a:t>need</a:t>
            </a:r>
            <a:r>
              <a:rPr sz="1600" spc="-30" dirty="0">
                <a:latin typeface="+mn-lt"/>
              </a:rPr>
              <a:t> </a:t>
            </a:r>
            <a:r>
              <a:rPr sz="1600" spc="10" dirty="0">
                <a:latin typeface="+mn-lt"/>
              </a:rPr>
              <a:t>to</a:t>
            </a:r>
            <a:r>
              <a:rPr sz="1600" spc="-45" dirty="0">
                <a:latin typeface="+mn-lt"/>
              </a:rPr>
              <a:t> </a:t>
            </a:r>
            <a:r>
              <a:rPr sz="1600" spc="45" dirty="0">
                <a:latin typeface="+mn-lt"/>
              </a:rPr>
              <a:t>condition</a:t>
            </a:r>
            <a:r>
              <a:rPr sz="1600" spc="-70" dirty="0">
                <a:latin typeface="+mn-lt"/>
              </a:rPr>
              <a:t> </a:t>
            </a:r>
            <a:r>
              <a:rPr sz="1600" spc="10" dirty="0">
                <a:latin typeface="+mn-lt"/>
              </a:rPr>
              <a:t>the</a:t>
            </a:r>
            <a:r>
              <a:rPr sz="1600" spc="-35" dirty="0">
                <a:latin typeface="+mn-lt"/>
              </a:rPr>
              <a:t> </a:t>
            </a:r>
            <a:r>
              <a:rPr sz="1600" spc="10" dirty="0">
                <a:latin typeface="+mn-lt"/>
              </a:rPr>
              <a:t>reverse</a:t>
            </a:r>
            <a:r>
              <a:rPr sz="1600" spc="-40" dirty="0">
                <a:latin typeface="+mn-lt"/>
              </a:rPr>
              <a:t> </a:t>
            </a:r>
            <a:r>
              <a:rPr sz="1600" spc="-10" dirty="0">
                <a:latin typeface="+mn-lt"/>
              </a:rPr>
              <a:t>process.</a:t>
            </a:r>
          </a:p>
          <a:p>
            <a:pPr marL="241300" marR="462280" indent="-228600" algn="just">
              <a:lnSpc>
                <a:spcPts val="151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spc="-110" dirty="0">
                <a:latin typeface="+mn-lt"/>
              </a:rPr>
              <a:t>If</a:t>
            </a:r>
            <a:r>
              <a:rPr sz="1600" spc="30" dirty="0">
                <a:latin typeface="+mn-lt"/>
              </a:rPr>
              <a:t> </a:t>
            </a:r>
            <a:r>
              <a:rPr sz="1600" dirty="0">
                <a:latin typeface="+mn-lt"/>
              </a:rPr>
              <a:t>we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want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to</a:t>
            </a:r>
            <a:r>
              <a:rPr sz="1600" spc="-20" dirty="0">
                <a:latin typeface="+mn-lt"/>
              </a:rPr>
              <a:t> </a:t>
            </a:r>
            <a:r>
              <a:rPr sz="1600" spc="50" dirty="0">
                <a:latin typeface="+mn-lt"/>
              </a:rPr>
              <a:t>condition</a:t>
            </a:r>
            <a:r>
              <a:rPr sz="1600" spc="-65" dirty="0">
                <a:latin typeface="+mn-lt"/>
              </a:rPr>
              <a:t> </a:t>
            </a:r>
            <a:r>
              <a:rPr sz="1600" dirty="0">
                <a:latin typeface="+mn-lt"/>
              </a:rPr>
              <a:t>our</a:t>
            </a:r>
            <a:r>
              <a:rPr sz="1600" spc="-30" dirty="0">
                <a:latin typeface="+mn-lt"/>
              </a:rPr>
              <a:t> </a:t>
            </a:r>
            <a:r>
              <a:rPr sz="1600" dirty="0">
                <a:latin typeface="+mn-lt"/>
              </a:rPr>
              <a:t>network,</a:t>
            </a:r>
            <a:r>
              <a:rPr sz="1600" spc="-75" dirty="0">
                <a:latin typeface="+mn-lt"/>
              </a:rPr>
              <a:t> </a:t>
            </a:r>
            <a:r>
              <a:rPr sz="1600" dirty="0">
                <a:latin typeface="+mn-lt"/>
              </a:rPr>
              <a:t>we</a:t>
            </a:r>
            <a:r>
              <a:rPr sz="1600" spc="-25" dirty="0">
                <a:latin typeface="+mn-lt"/>
              </a:rPr>
              <a:t> </a:t>
            </a:r>
            <a:r>
              <a:rPr sz="1600" spc="60" dirty="0">
                <a:latin typeface="+mn-lt"/>
              </a:rPr>
              <a:t>could</a:t>
            </a:r>
            <a:r>
              <a:rPr sz="1600" spc="-35" dirty="0">
                <a:latin typeface="+mn-lt"/>
              </a:rPr>
              <a:t> </a:t>
            </a:r>
            <a:r>
              <a:rPr sz="1600" dirty="0">
                <a:latin typeface="+mn-lt"/>
              </a:rPr>
              <a:t>train</a:t>
            </a:r>
            <a:r>
              <a:rPr sz="1600" spc="-35" dirty="0">
                <a:latin typeface="+mn-lt"/>
              </a:rPr>
              <a:t> </a:t>
            </a:r>
            <a:r>
              <a:rPr sz="1600" dirty="0">
                <a:latin typeface="+mn-lt"/>
              </a:rPr>
              <a:t>a</a:t>
            </a:r>
            <a:r>
              <a:rPr sz="1600" spc="-15" dirty="0">
                <a:latin typeface="+mn-lt"/>
              </a:rPr>
              <a:t> </a:t>
            </a:r>
            <a:r>
              <a:rPr sz="1600" spc="65" dirty="0">
                <a:latin typeface="+mn-lt"/>
              </a:rPr>
              <a:t>model</a:t>
            </a:r>
            <a:r>
              <a:rPr sz="1600" spc="-40" dirty="0">
                <a:latin typeface="+mn-lt"/>
              </a:rPr>
              <a:t> </a:t>
            </a:r>
            <a:r>
              <a:rPr sz="1600" dirty="0">
                <a:latin typeface="+mn-lt"/>
              </a:rPr>
              <a:t>to</a:t>
            </a:r>
            <a:r>
              <a:rPr sz="1600" spc="-40" dirty="0">
                <a:latin typeface="+mn-lt"/>
              </a:rPr>
              <a:t> </a:t>
            </a:r>
            <a:r>
              <a:rPr sz="1600" dirty="0">
                <a:latin typeface="+mn-lt"/>
              </a:rPr>
              <a:t>learn a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joint</a:t>
            </a:r>
            <a:r>
              <a:rPr sz="1600" spc="-25" dirty="0">
                <a:latin typeface="+mn-lt"/>
              </a:rPr>
              <a:t> </a:t>
            </a:r>
            <a:r>
              <a:rPr sz="1600" dirty="0">
                <a:latin typeface="+mn-lt"/>
              </a:rPr>
              <a:t>distribution</a:t>
            </a:r>
            <a:r>
              <a:rPr sz="1600" spc="-60" dirty="0">
                <a:latin typeface="+mn-lt"/>
              </a:rPr>
              <a:t> </a:t>
            </a:r>
            <a:r>
              <a:rPr sz="1600" dirty="0">
                <a:latin typeface="+mn-lt"/>
              </a:rPr>
              <a:t>of</a:t>
            </a:r>
            <a:r>
              <a:rPr sz="1600" spc="15" dirty="0">
                <a:latin typeface="+mn-lt"/>
              </a:rPr>
              <a:t> </a:t>
            </a:r>
            <a:r>
              <a:rPr sz="1600" dirty="0">
                <a:latin typeface="+mn-lt"/>
              </a:rPr>
              <a:t>the</a:t>
            </a:r>
            <a:r>
              <a:rPr sz="1600" spc="-35" dirty="0">
                <a:latin typeface="+mn-lt"/>
              </a:rPr>
              <a:t> </a:t>
            </a:r>
            <a:r>
              <a:rPr sz="1600" dirty="0">
                <a:latin typeface="+mn-lt"/>
              </a:rPr>
              <a:t>data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-25" dirty="0">
                <a:latin typeface="+mn-lt"/>
              </a:rPr>
              <a:t> the </a:t>
            </a:r>
            <a:r>
              <a:rPr sz="1600" spc="50" dirty="0">
                <a:latin typeface="+mn-lt"/>
              </a:rPr>
              <a:t>conditioning</a:t>
            </a:r>
            <a:r>
              <a:rPr sz="1600" spc="-30" dirty="0">
                <a:latin typeface="+mn-lt"/>
              </a:rPr>
              <a:t> </a:t>
            </a:r>
            <a:r>
              <a:rPr sz="1600" dirty="0">
                <a:latin typeface="+mn-lt"/>
              </a:rPr>
              <a:t>signal</a:t>
            </a:r>
            <a:r>
              <a:rPr sz="1600" spc="40" dirty="0">
                <a:latin typeface="+mn-lt"/>
              </a:rPr>
              <a:t> </a:t>
            </a:r>
            <a:r>
              <a:rPr sz="1600" dirty="0">
                <a:latin typeface="+mn-lt"/>
                <a:cs typeface="Cambria Math"/>
              </a:rPr>
              <a:t>𝑝(𝑥,</a:t>
            </a:r>
            <a:r>
              <a:rPr sz="1600" spc="-5" dirty="0">
                <a:latin typeface="+mn-lt"/>
                <a:cs typeface="Cambria Math"/>
              </a:rPr>
              <a:t> </a:t>
            </a:r>
            <a:r>
              <a:rPr sz="1600" spc="-10" dirty="0">
                <a:latin typeface="+mn-lt"/>
                <a:cs typeface="Cambria Math"/>
              </a:rPr>
              <a:t>𝑐)</a:t>
            </a:r>
            <a:r>
              <a:rPr sz="1600" spc="-10" dirty="0">
                <a:latin typeface="+mn-lt"/>
              </a:rPr>
              <a:t>,</a:t>
            </a:r>
            <a:r>
              <a:rPr sz="1600" spc="-30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15" dirty="0">
                <a:latin typeface="+mn-lt"/>
              </a:rPr>
              <a:t> </a:t>
            </a:r>
            <a:r>
              <a:rPr sz="1600" dirty="0">
                <a:latin typeface="+mn-lt"/>
              </a:rPr>
              <a:t>then</a:t>
            </a:r>
            <a:r>
              <a:rPr sz="1600" spc="5" dirty="0">
                <a:latin typeface="+mn-lt"/>
              </a:rPr>
              <a:t> </a:t>
            </a:r>
            <a:r>
              <a:rPr sz="1600" dirty="0">
                <a:latin typeface="+mn-lt"/>
              </a:rPr>
              <a:t>sample</a:t>
            </a:r>
            <a:r>
              <a:rPr sz="1600" spc="40" dirty="0">
                <a:latin typeface="+mn-lt"/>
              </a:rPr>
              <a:t> </a:t>
            </a:r>
            <a:r>
              <a:rPr sz="1600" dirty="0">
                <a:latin typeface="+mn-lt"/>
              </a:rPr>
              <a:t>from</a:t>
            </a:r>
            <a:r>
              <a:rPr sz="1600" spc="10" dirty="0">
                <a:latin typeface="+mn-lt"/>
              </a:rPr>
              <a:t> </a:t>
            </a:r>
            <a:r>
              <a:rPr sz="1600" dirty="0">
                <a:latin typeface="+mn-lt"/>
              </a:rPr>
              <a:t>this</a:t>
            </a:r>
            <a:r>
              <a:rPr sz="1600" spc="5" dirty="0">
                <a:latin typeface="+mn-lt"/>
              </a:rPr>
              <a:t> </a:t>
            </a:r>
            <a:r>
              <a:rPr sz="1600" dirty="0">
                <a:latin typeface="+mn-lt"/>
              </a:rPr>
              <a:t>joint</a:t>
            </a:r>
            <a:r>
              <a:rPr sz="1600" spc="20" dirty="0">
                <a:latin typeface="+mn-lt"/>
              </a:rPr>
              <a:t> </a:t>
            </a:r>
            <a:r>
              <a:rPr sz="1600" dirty="0">
                <a:latin typeface="+mn-lt"/>
              </a:rPr>
              <a:t>distribution.</a:t>
            </a:r>
            <a:r>
              <a:rPr sz="1600" spc="-125" dirty="0">
                <a:latin typeface="+mn-lt"/>
              </a:rPr>
              <a:t> </a:t>
            </a:r>
            <a:r>
              <a:rPr sz="1600" spc="-10" dirty="0">
                <a:latin typeface="+mn-lt"/>
              </a:rPr>
              <a:t>This,</a:t>
            </a:r>
            <a:r>
              <a:rPr sz="1600" spc="-25" dirty="0">
                <a:latin typeface="+mn-lt"/>
              </a:rPr>
              <a:t> </a:t>
            </a:r>
            <a:r>
              <a:rPr sz="1600" dirty="0">
                <a:latin typeface="+mn-lt"/>
              </a:rPr>
              <a:t>however,</a:t>
            </a:r>
            <a:r>
              <a:rPr sz="1600" spc="-50" dirty="0">
                <a:latin typeface="+mn-lt"/>
              </a:rPr>
              <a:t> </a:t>
            </a:r>
            <a:r>
              <a:rPr sz="1600" dirty="0">
                <a:latin typeface="+mn-lt"/>
              </a:rPr>
              <a:t>requires</a:t>
            </a:r>
            <a:r>
              <a:rPr sz="1600" spc="10" dirty="0">
                <a:latin typeface="+mn-lt"/>
              </a:rPr>
              <a:t> </a:t>
            </a:r>
            <a:r>
              <a:rPr sz="1600" dirty="0">
                <a:latin typeface="+mn-lt"/>
              </a:rPr>
              <a:t>the</a:t>
            </a:r>
            <a:r>
              <a:rPr sz="1600" spc="5" dirty="0">
                <a:latin typeface="+mn-lt"/>
              </a:rPr>
              <a:t> </a:t>
            </a:r>
            <a:r>
              <a:rPr sz="1600" dirty="0">
                <a:latin typeface="+mn-lt"/>
              </a:rPr>
              <a:t>training</a:t>
            </a:r>
            <a:r>
              <a:rPr sz="1600" spc="5" dirty="0">
                <a:latin typeface="+mn-lt"/>
              </a:rPr>
              <a:t> </a:t>
            </a:r>
            <a:r>
              <a:rPr sz="1600" dirty="0">
                <a:latin typeface="+mn-lt"/>
              </a:rPr>
              <a:t>of</a:t>
            </a:r>
            <a:r>
              <a:rPr sz="1600" spc="65" dirty="0">
                <a:latin typeface="+mn-lt"/>
              </a:rPr>
              <a:t> </a:t>
            </a:r>
            <a:r>
              <a:rPr sz="1600" spc="-50" dirty="0">
                <a:latin typeface="+mn-lt"/>
              </a:rPr>
              <a:t>a </a:t>
            </a:r>
            <a:r>
              <a:rPr sz="1600" spc="65" dirty="0">
                <a:latin typeface="+mn-lt"/>
              </a:rPr>
              <a:t>model</a:t>
            </a:r>
            <a:r>
              <a:rPr sz="1600" spc="-40" dirty="0">
                <a:latin typeface="+mn-lt"/>
              </a:rPr>
              <a:t> </a:t>
            </a:r>
            <a:r>
              <a:rPr sz="1600" dirty="0">
                <a:latin typeface="+mn-lt"/>
              </a:rPr>
              <a:t>for</a:t>
            </a:r>
            <a:r>
              <a:rPr sz="1600" spc="-30" dirty="0">
                <a:latin typeface="+mn-lt"/>
              </a:rPr>
              <a:t> </a:t>
            </a:r>
            <a:r>
              <a:rPr sz="1600" dirty="0">
                <a:latin typeface="+mn-lt"/>
              </a:rPr>
              <a:t>each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separate</a:t>
            </a:r>
            <a:r>
              <a:rPr sz="1600" spc="-30" dirty="0">
                <a:latin typeface="+mn-lt"/>
              </a:rPr>
              <a:t> </a:t>
            </a:r>
            <a:r>
              <a:rPr sz="1600" spc="50" dirty="0">
                <a:latin typeface="+mn-lt"/>
              </a:rPr>
              <a:t>conditioning</a:t>
            </a:r>
            <a:r>
              <a:rPr sz="1600" spc="-60" dirty="0">
                <a:latin typeface="+mn-lt"/>
              </a:rPr>
              <a:t> </a:t>
            </a:r>
            <a:r>
              <a:rPr sz="1600" spc="-10" dirty="0">
                <a:latin typeface="+mn-lt"/>
              </a:rPr>
              <a:t>signal.</a:t>
            </a:r>
          </a:p>
          <a:p>
            <a:pPr marL="240665" indent="-227965" algn="just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spc="45" dirty="0">
                <a:latin typeface="+mn-lt"/>
              </a:rPr>
              <a:t>Another</a:t>
            </a:r>
            <a:r>
              <a:rPr sz="1600" spc="-35" dirty="0">
                <a:latin typeface="+mn-lt"/>
              </a:rPr>
              <a:t> </a:t>
            </a:r>
            <a:r>
              <a:rPr sz="1600" dirty="0">
                <a:latin typeface="+mn-lt"/>
              </a:rPr>
              <a:t>approach,</a:t>
            </a:r>
            <a:r>
              <a:rPr sz="1600" spc="-35" dirty="0">
                <a:latin typeface="+mn-lt"/>
              </a:rPr>
              <a:t> </a:t>
            </a:r>
            <a:r>
              <a:rPr sz="1600" dirty="0">
                <a:latin typeface="+mn-lt"/>
              </a:rPr>
              <a:t>called</a:t>
            </a:r>
            <a:r>
              <a:rPr sz="1600" spc="10" dirty="0">
                <a:latin typeface="+mn-lt"/>
              </a:rPr>
              <a:t> </a:t>
            </a:r>
            <a:r>
              <a:rPr sz="1600" b="1" spc="-40" dirty="0">
                <a:latin typeface="+mn-lt"/>
                <a:cs typeface="Tahoma"/>
              </a:rPr>
              <a:t>classifier</a:t>
            </a:r>
            <a:r>
              <a:rPr sz="1600" b="1" spc="-5" dirty="0">
                <a:latin typeface="+mn-lt"/>
                <a:cs typeface="Tahoma"/>
              </a:rPr>
              <a:t> </a:t>
            </a:r>
            <a:r>
              <a:rPr sz="1600" b="1" spc="-25" dirty="0">
                <a:latin typeface="+mn-lt"/>
                <a:cs typeface="Tahoma"/>
              </a:rPr>
              <a:t>guidance</a:t>
            </a:r>
            <a:r>
              <a:rPr sz="1600" spc="-25" dirty="0">
                <a:latin typeface="+mn-lt"/>
              </a:rPr>
              <a:t>,</a:t>
            </a:r>
            <a:r>
              <a:rPr sz="1600" spc="-65" dirty="0">
                <a:latin typeface="+mn-lt"/>
              </a:rPr>
              <a:t> </a:t>
            </a:r>
            <a:r>
              <a:rPr sz="1600" dirty="0">
                <a:latin typeface="+mn-lt"/>
              </a:rPr>
              <a:t>involves</a:t>
            </a:r>
            <a:r>
              <a:rPr sz="1600" spc="20" dirty="0">
                <a:latin typeface="+mn-lt"/>
              </a:rPr>
              <a:t> </a:t>
            </a:r>
            <a:r>
              <a:rPr sz="1600" dirty="0">
                <a:latin typeface="+mn-lt"/>
              </a:rPr>
              <a:t>the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training of</a:t>
            </a:r>
            <a:r>
              <a:rPr sz="1600" spc="50" dirty="0">
                <a:latin typeface="+mn-lt"/>
              </a:rPr>
              <a:t> </a:t>
            </a:r>
            <a:r>
              <a:rPr sz="1600" dirty="0">
                <a:latin typeface="+mn-lt"/>
              </a:rPr>
              <a:t>a</a:t>
            </a:r>
            <a:r>
              <a:rPr sz="1600" spc="20" dirty="0">
                <a:latin typeface="+mn-lt"/>
              </a:rPr>
              <a:t> </a:t>
            </a:r>
            <a:r>
              <a:rPr sz="1600" dirty="0">
                <a:latin typeface="+mn-lt"/>
              </a:rPr>
              <a:t>separate</a:t>
            </a:r>
            <a:r>
              <a:rPr sz="1600" spc="-5" dirty="0">
                <a:latin typeface="+mn-lt"/>
              </a:rPr>
              <a:t> </a:t>
            </a:r>
            <a:r>
              <a:rPr sz="1600" spc="65" dirty="0">
                <a:latin typeface="+mn-lt"/>
              </a:rPr>
              <a:t>model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to</a:t>
            </a:r>
            <a:r>
              <a:rPr sz="1600" spc="-10" dirty="0">
                <a:latin typeface="+mn-lt"/>
              </a:rPr>
              <a:t> </a:t>
            </a:r>
            <a:r>
              <a:rPr sz="1600" spc="45" dirty="0">
                <a:latin typeface="+mn-lt"/>
              </a:rPr>
              <a:t>condition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the </a:t>
            </a:r>
            <a:r>
              <a:rPr sz="1600" spc="-10" dirty="0">
                <a:latin typeface="+mn-lt"/>
              </a:rPr>
              <a:t>output.</a:t>
            </a:r>
          </a:p>
          <a:p>
            <a:pPr marL="241300" marR="5080" indent="-228600" algn="just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+mn-lt"/>
              </a:rPr>
              <a:t>The</a:t>
            </a:r>
            <a:r>
              <a:rPr sz="1600" spc="20" dirty="0">
                <a:latin typeface="+mn-lt"/>
              </a:rPr>
              <a:t> </a:t>
            </a:r>
            <a:r>
              <a:rPr sz="1600" dirty="0">
                <a:latin typeface="+mn-lt"/>
              </a:rPr>
              <a:t>latest</a:t>
            </a:r>
            <a:r>
              <a:rPr sz="1600" spc="25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55" dirty="0">
                <a:latin typeface="+mn-lt"/>
              </a:rPr>
              <a:t> </a:t>
            </a:r>
            <a:r>
              <a:rPr sz="1600" dirty="0">
                <a:latin typeface="+mn-lt"/>
              </a:rPr>
              <a:t>most</a:t>
            </a:r>
            <a:r>
              <a:rPr sz="1600" spc="20" dirty="0">
                <a:latin typeface="+mn-lt"/>
              </a:rPr>
              <a:t> </a:t>
            </a:r>
            <a:r>
              <a:rPr sz="1600" dirty="0">
                <a:latin typeface="+mn-lt"/>
              </a:rPr>
              <a:t>successful</a:t>
            </a:r>
            <a:r>
              <a:rPr sz="1600" spc="5" dirty="0">
                <a:latin typeface="+mn-lt"/>
              </a:rPr>
              <a:t> </a:t>
            </a:r>
            <a:r>
              <a:rPr sz="1600" dirty="0">
                <a:latin typeface="+mn-lt"/>
              </a:rPr>
              <a:t>approach</a:t>
            </a:r>
            <a:r>
              <a:rPr sz="1600" spc="40" dirty="0">
                <a:latin typeface="+mn-lt"/>
              </a:rPr>
              <a:t> </a:t>
            </a:r>
            <a:r>
              <a:rPr sz="1600" dirty="0">
                <a:latin typeface="+mn-lt"/>
              </a:rPr>
              <a:t>is</a:t>
            </a:r>
            <a:r>
              <a:rPr sz="1600" spc="35" dirty="0">
                <a:latin typeface="+mn-lt"/>
              </a:rPr>
              <a:t> </a:t>
            </a:r>
            <a:r>
              <a:rPr sz="1600" dirty="0">
                <a:latin typeface="+mn-lt"/>
              </a:rPr>
              <a:t>called</a:t>
            </a:r>
            <a:r>
              <a:rPr sz="1600" spc="55" dirty="0">
                <a:latin typeface="+mn-lt"/>
              </a:rPr>
              <a:t> </a:t>
            </a:r>
            <a:r>
              <a:rPr sz="1600" b="1" spc="-55" dirty="0">
                <a:latin typeface="+mn-lt"/>
                <a:cs typeface="Tahoma"/>
              </a:rPr>
              <a:t>classifier-</a:t>
            </a:r>
            <a:r>
              <a:rPr sz="1600" b="1" spc="-40" dirty="0">
                <a:latin typeface="+mn-lt"/>
                <a:cs typeface="Tahoma"/>
              </a:rPr>
              <a:t>free</a:t>
            </a:r>
            <a:r>
              <a:rPr sz="1600" b="1" spc="25" dirty="0">
                <a:latin typeface="+mn-lt"/>
                <a:cs typeface="Tahoma"/>
              </a:rPr>
              <a:t> </a:t>
            </a:r>
            <a:r>
              <a:rPr sz="1600" b="1" spc="-25" dirty="0">
                <a:latin typeface="+mn-lt"/>
                <a:cs typeface="Tahoma"/>
              </a:rPr>
              <a:t>guidance</a:t>
            </a:r>
            <a:r>
              <a:rPr sz="1600" spc="-25" dirty="0">
                <a:latin typeface="+mn-lt"/>
              </a:rPr>
              <a:t>,</a:t>
            </a:r>
            <a:r>
              <a:rPr sz="1600" spc="-45" dirty="0">
                <a:latin typeface="+mn-lt"/>
              </a:rPr>
              <a:t> </a:t>
            </a:r>
            <a:r>
              <a:rPr sz="1600" dirty="0">
                <a:latin typeface="+mn-lt"/>
              </a:rPr>
              <a:t>in</a:t>
            </a:r>
            <a:r>
              <a:rPr sz="1600" spc="40" dirty="0">
                <a:latin typeface="+mn-lt"/>
              </a:rPr>
              <a:t> </a:t>
            </a:r>
            <a:r>
              <a:rPr sz="1600" dirty="0">
                <a:latin typeface="+mn-lt"/>
              </a:rPr>
              <a:t>which,</a:t>
            </a:r>
            <a:r>
              <a:rPr sz="1600" spc="-10" dirty="0">
                <a:latin typeface="+mn-lt"/>
              </a:rPr>
              <a:t> </a:t>
            </a:r>
            <a:r>
              <a:rPr sz="1600" dirty="0">
                <a:latin typeface="+mn-lt"/>
              </a:rPr>
              <a:t>instead</a:t>
            </a:r>
            <a:r>
              <a:rPr sz="1600" spc="30" dirty="0">
                <a:latin typeface="+mn-lt"/>
              </a:rPr>
              <a:t> </a:t>
            </a:r>
            <a:r>
              <a:rPr sz="1600" dirty="0">
                <a:latin typeface="+mn-lt"/>
              </a:rPr>
              <a:t>of</a:t>
            </a:r>
            <a:r>
              <a:rPr sz="1600" spc="80" dirty="0">
                <a:latin typeface="+mn-lt"/>
              </a:rPr>
              <a:t> </a:t>
            </a:r>
            <a:r>
              <a:rPr sz="1600" dirty="0">
                <a:latin typeface="+mn-lt"/>
              </a:rPr>
              <a:t>training</a:t>
            </a:r>
            <a:r>
              <a:rPr sz="1600" spc="25" dirty="0">
                <a:latin typeface="+mn-lt"/>
              </a:rPr>
              <a:t> </a:t>
            </a:r>
            <a:r>
              <a:rPr sz="1600" spc="-25" dirty="0">
                <a:latin typeface="+mn-lt"/>
              </a:rPr>
              <a:t>two</a:t>
            </a:r>
            <a:r>
              <a:rPr sz="1600" dirty="0">
                <a:latin typeface="+mn-lt"/>
              </a:rPr>
              <a:t> networks,</a:t>
            </a:r>
            <a:r>
              <a:rPr sz="1600" spc="-20" dirty="0">
                <a:latin typeface="+mn-lt"/>
              </a:rPr>
              <a:t> </a:t>
            </a:r>
            <a:r>
              <a:rPr sz="1600" spc="60" dirty="0">
                <a:latin typeface="+mn-lt"/>
              </a:rPr>
              <a:t>one</a:t>
            </a:r>
            <a:r>
              <a:rPr sz="1600" spc="35" dirty="0">
                <a:latin typeface="+mn-lt"/>
              </a:rPr>
              <a:t> </a:t>
            </a:r>
            <a:r>
              <a:rPr sz="1600" dirty="0">
                <a:latin typeface="+mn-lt"/>
              </a:rPr>
              <a:t>conditional</a:t>
            </a:r>
            <a:r>
              <a:rPr sz="1600" spc="10" dirty="0">
                <a:latin typeface="+mn-lt"/>
              </a:rPr>
              <a:t> </a:t>
            </a:r>
            <a:r>
              <a:rPr sz="1600" dirty="0">
                <a:latin typeface="+mn-lt"/>
              </a:rPr>
              <a:t>network</a:t>
            </a:r>
            <a:r>
              <a:rPr sz="1600" spc="25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60" dirty="0">
                <a:latin typeface="+mn-lt"/>
              </a:rPr>
              <a:t> </a:t>
            </a:r>
            <a:r>
              <a:rPr sz="1600" dirty="0">
                <a:latin typeface="+mn-lt"/>
              </a:rPr>
              <a:t>an</a:t>
            </a:r>
            <a:r>
              <a:rPr sz="1600" spc="55" dirty="0">
                <a:latin typeface="+mn-lt"/>
              </a:rPr>
              <a:t> </a:t>
            </a:r>
            <a:r>
              <a:rPr sz="1600" dirty="0">
                <a:latin typeface="+mn-lt"/>
              </a:rPr>
              <a:t>unconditional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network,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we</a:t>
            </a:r>
            <a:r>
              <a:rPr sz="1600" spc="60" dirty="0">
                <a:latin typeface="+mn-lt"/>
              </a:rPr>
              <a:t> </a:t>
            </a:r>
            <a:r>
              <a:rPr sz="1600" dirty="0">
                <a:latin typeface="+mn-lt"/>
              </a:rPr>
              <a:t>train</a:t>
            </a:r>
            <a:r>
              <a:rPr sz="1600" spc="30" dirty="0">
                <a:latin typeface="+mn-lt"/>
              </a:rPr>
              <a:t> </a:t>
            </a:r>
            <a:r>
              <a:rPr sz="1600" dirty="0">
                <a:latin typeface="+mn-lt"/>
              </a:rPr>
              <a:t>a</a:t>
            </a:r>
            <a:r>
              <a:rPr sz="1600" spc="60" dirty="0">
                <a:latin typeface="+mn-lt"/>
              </a:rPr>
              <a:t> </a:t>
            </a:r>
            <a:r>
              <a:rPr sz="1600" dirty="0">
                <a:latin typeface="+mn-lt"/>
              </a:rPr>
              <a:t>single</a:t>
            </a:r>
            <a:r>
              <a:rPr sz="1600" spc="60" dirty="0">
                <a:latin typeface="+mn-lt"/>
              </a:rPr>
              <a:t> </a:t>
            </a:r>
            <a:r>
              <a:rPr sz="1600" dirty="0">
                <a:latin typeface="+mn-lt"/>
              </a:rPr>
              <a:t>network</a:t>
            </a:r>
            <a:r>
              <a:rPr sz="1600" spc="25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45" dirty="0">
                <a:latin typeface="+mn-lt"/>
              </a:rPr>
              <a:t> </a:t>
            </a:r>
            <a:r>
              <a:rPr sz="1600" spc="50" dirty="0">
                <a:latin typeface="+mn-lt"/>
              </a:rPr>
              <a:t>during</a:t>
            </a:r>
            <a:r>
              <a:rPr sz="1600" spc="30" dirty="0">
                <a:latin typeface="+mn-lt"/>
              </a:rPr>
              <a:t> </a:t>
            </a:r>
            <a:r>
              <a:rPr sz="1600" dirty="0">
                <a:latin typeface="+mn-lt"/>
              </a:rPr>
              <a:t>training,</a:t>
            </a:r>
            <a:r>
              <a:rPr sz="1600" spc="-15" dirty="0">
                <a:latin typeface="+mn-lt"/>
              </a:rPr>
              <a:t> </a:t>
            </a:r>
            <a:r>
              <a:rPr sz="1600" spc="-20" dirty="0">
                <a:latin typeface="+mn-lt"/>
              </a:rPr>
              <a:t>with </a:t>
            </a:r>
            <a:r>
              <a:rPr sz="1600" dirty="0">
                <a:latin typeface="+mn-lt"/>
              </a:rPr>
              <a:t>some</a:t>
            </a:r>
            <a:r>
              <a:rPr sz="1600" spc="10" dirty="0">
                <a:latin typeface="+mn-lt"/>
              </a:rPr>
              <a:t> </a:t>
            </a:r>
            <a:r>
              <a:rPr sz="1600" dirty="0">
                <a:latin typeface="+mn-lt"/>
              </a:rPr>
              <a:t>probability,</a:t>
            </a:r>
            <a:r>
              <a:rPr sz="1600" spc="-65" dirty="0">
                <a:latin typeface="+mn-lt"/>
              </a:rPr>
              <a:t> </a:t>
            </a:r>
            <a:r>
              <a:rPr sz="1600" dirty="0">
                <a:latin typeface="+mn-lt"/>
              </a:rPr>
              <a:t>we</a:t>
            </a:r>
            <a:r>
              <a:rPr sz="1600" spc="10" dirty="0">
                <a:latin typeface="+mn-lt"/>
              </a:rPr>
              <a:t> </a:t>
            </a:r>
            <a:r>
              <a:rPr sz="1600" dirty="0">
                <a:latin typeface="+mn-lt"/>
              </a:rPr>
              <a:t>set the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conditional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signal</a:t>
            </a:r>
            <a:r>
              <a:rPr sz="1600" spc="25" dirty="0">
                <a:latin typeface="+mn-lt"/>
              </a:rPr>
              <a:t> </a:t>
            </a:r>
            <a:r>
              <a:rPr sz="1600" dirty="0">
                <a:latin typeface="+mn-lt"/>
              </a:rPr>
              <a:t>to</a:t>
            </a:r>
            <a:r>
              <a:rPr sz="1600" spc="15" dirty="0">
                <a:latin typeface="+mn-lt"/>
              </a:rPr>
              <a:t> </a:t>
            </a:r>
            <a:r>
              <a:rPr sz="1600" dirty="0">
                <a:latin typeface="+mn-lt"/>
              </a:rPr>
              <a:t>zero,</a:t>
            </a:r>
            <a:r>
              <a:rPr sz="1600" spc="-90" dirty="0">
                <a:latin typeface="+mn-lt"/>
              </a:rPr>
              <a:t> </a:t>
            </a:r>
            <a:r>
              <a:rPr sz="1600" dirty="0">
                <a:latin typeface="+mn-lt"/>
              </a:rPr>
              <a:t>this</a:t>
            </a:r>
            <a:r>
              <a:rPr sz="1600" spc="20" dirty="0">
                <a:latin typeface="+mn-lt"/>
              </a:rPr>
              <a:t> </a:t>
            </a:r>
            <a:r>
              <a:rPr sz="1600" spc="-10" dirty="0">
                <a:latin typeface="+mn-lt"/>
              </a:rPr>
              <a:t>way</a:t>
            </a:r>
            <a:r>
              <a:rPr sz="1600" spc="30" dirty="0">
                <a:latin typeface="+mn-lt"/>
              </a:rPr>
              <a:t> </a:t>
            </a:r>
            <a:r>
              <a:rPr sz="1600" dirty="0">
                <a:latin typeface="+mn-lt"/>
              </a:rPr>
              <a:t>the network</a:t>
            </a:r>
            <a:r>
              <a:rPr sz="1600" spc="5" dirty="0">
                <a:latin typeface="+mn-lt"/>
              </a:rPr>
              <a:t> </a:t>
            </a:r>
            <a:r>
              <a:rPr sz="1600" spc="60" dirty="0">
                <a:latin typeface="+mn-lt"/>
              </a:rPr>
              <a:t>becomes</a:t>
            </a:r>
            <a:r>
              <a:rPr sz="1600" spc="-30" dirty="0">
                <a:latin typeface="+mn-lt"/>
              </a:rPr>
              <a:t> </a:t>
            </a:r>
            <a:r>
              <a:rPr sz="1600" dirty="0">
                <a:latin typeface="+mn-lt"/>
              </a:rPr>
              <a:t>a</a:t>
            </a:r>
            <a:r>
              <a:rPr sz="1600" spc="15" dirty="0">
                <a:latin typeface="+mn-lt"/>
              </a:rPr>
              <a:t> </a:t>
            </a:r>
            <a:r>
              <a:rPr sz="1600" dirty="0">
                <a:latin typeface="+mn-lt"/>
              </a:rPr>
              <a:t>mix</a:t>
            </a:r>
            <a:r>
              <a:rPr sz="1600" spc="25" dirty="0">
                <a:latin typeface="+mn-lt"/>
              </a:rPr>
              <a:t> </a:t>
            </a:r>
            <a:r>
              <a:rPr sz="1600" dirty="0">
                <a:latin typeface="+mn-lt"/>
              </a:rPr>
              <a:t>of</a:t>
            </a:r>
            <a:r>
              <a:rPr sz="1600" spc="55" dirty="0">
                <a:latin typeface="+mn-lt"/>
              </a:rPr>
              <a:t> </a:t>
            </a:r>
            <a:r>
              <a:rPr sz="1600" spc="50" dirty="0">
                <a:latin typeface="+mn-lt"/>
              </a:rPr>
              <a:t>conditioned</a:t>
            </a:r>
            <a:r>
              <a:rPr sz="1600" spc="-45" dirty="0">
                <a:latin typeface="+mn-lt"/>
              </a:rPr>
              <a:t> </a:t>
            </a:r>
            <a:r>
              <a:rPr sz="1600" spc="-25" dirty="0">
                <a:latin typeface="+mn-lt"/>
              </a:rPr>
              <a:t>and </a:t>
            </a:r>
            <a:r>
              <a:rPr sz="1600" spc="50" dirty="0">
                <a:latin typeface="+mn-lt"/>
              </a:rPr>
              <a:t>unconditioned</a:t>
            </a:r>
            <a:r>
              <a:rPr sz="1600" spc="-55" dirty="0">
                <a:latin typeface="+mn-lt"/>
              </a:rPr>
              <a:t> </a:t>
            </a:r>
            <a:r>
              <a:rPr sz="1600" dirty="0">
                <a:latin typeface="+mn-lt"/>
              </a:rPr>
              <a:t>network,</a:t>
            </a:r>
            <a:r>
              <a:rPr sz="1600" spc="-60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-10" dirty="0">
                <a:latin typeface="+mn-lt"/>
              </a:rPr>
              <a:t> </a:t>
            </a:r>
            <a:r>
              <a:rPr sz="1600" dirty="0">
                <a:latin typeface="+mn-lt"/>
              </a:rPr>
              <a:t>we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can</a:t>
            </a:r>
            <a:r>
              <a:rPr sz="1600" spc="5" dirty="0">
                <a:latin typeface="+mn-lt"/>
              </a:rPr>
              <a:t> </a:t>
            </a:r>
            <a:r>
              <a:rPr sz="1600" dirty="0">
                <a:latin typeface="+mn-lt"/>
              </a:rPr>
              <a:t>take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the</a:t>
            </a:r>
            <a:r>
              <a:rPr sz="1600" spc="-15" dirty="0">
                <a:latin typeface="+mn-lt"/>
              </a:rPr>
              <a:t> </a:t>
            </a:r>
            <a:r>
              <a:rPr sz="1600" spc="50" dirty="0">
                <a:latin typeface="+mn-lt"/>
              </a:rPr>
              <a:t>conditioned</a:t>
            </a:r>
            <a:r>
              <a:rPr sz="1600" spc="-55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-10" dirty="0">
                <a:latin typeface="+mn-lt"/>
              </a:rPr>
              <a:t> </a:t>
            </a:r>
            <a:r>
              <a:rPr sz="1600" spc="50" dirty="0">
                <a:latin typeface="+mn-lt"/>
              </a:rPr>
              <a:t>unconditioned</a:t>
            </a:r>
            <a:r>
              <a:rPr sz="1600" dirty="0">
                <a:latin typeface="+mn-lt"/>
              </a:rPr>
              <a:t> output</a:t>
            </a:r>
            <a:r>
              <a:rPr sz="1600" spc="-50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-10" dirty="0">
                <a:latin typeface="+mn-lt"/>
              </a:rPr>
              <a:t> </a:t>
            </a:r>
            <a:r>
              <a:rPr sz="1600" spc="60" dirty="0">
                <a:latin typeface="+mn-lt"/>
              </a:rPr>
              <a:t>combine</a:t>
            </a:r>
            <a:r>
              <a:rPr sz="1600" spc="-30" dirty="0">
                <a:latin typeface="+mn-lt"/>
              </a:rPr>
              <a:t> </a:t>
            </a:r>
            <a:r>
              <a:rPr sz="1600" dirty="0">
                <a:latin typeface="+mn-lt"/>
              </a:rPr>
              <a:t>them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with</a:t>
            </a:r>
            <a:r>
              <a:rPr sz="1600" spc="-5" dirty="0">
                <a:latin typeface="+mn-lt"/>
              </a:rPr>
              <a:t> </a:t>
            </a:r>
            <a:r>
              <a:rPr sz="1600" spc="-50" dirty="0">
                <a:latin typeface="+mn-lt"/>
              </a:rPr>
              <a:t>a</a:t>
            </a:r>
            <a:r>
              <a:rPr sz="1600" dirty="0">
                <a:latin typeface="+mn-lt"/>
              </a:rPr>
              <a:t> weight</a:t>
            </a:r>
            <a:r>
              <a:rPr sz="1600" spc="10" dirty="0">
                <a:latin typeface="+mn-lt"/>
              </a:rPr>
              <a:t> </a:t>
            </a:r>
            <a:r>
              <a:rPr sz="1600" spc="-10" dirty="0">
                <a:latin typeface="+mn-lt"/>
              </a:rPr>
              <a:t>that</a:t>
            </a:r>
            <a:r>
              <a:rPr sz="1600" dirty="0">
                <a:latin typeface="+mn-lt"/>
              </a:rPr>
              <a:t> indicates</a:t>
            </a:r>
            <a:r>
              <a:rPr sz="1600" spc="-10" dirty="0">
                <a:latin typeface="+mn-lt"/>
              </a:rPr>
              <a:t> </a:t>
            </a:r>
            <a:r>
              <a:rPr sz="1600" dirty="0">
                <a:latin typeface="+mn-lt"/>
              </a:rPr>
              <a:t>how</a:t>
            </a:r>
            <a:r>
              <a:rPr sz="1600" spc="10" dirty="0">
                <a:latin typeface="+mn-lt"/>
              </a:rPr>
              <a:t> </a:t>
            </a:r>
            <a:r>
              <a:rPr sz="1600" dirty="0">
                <a:latin typeface="+mn-lt"/>
              </a:rPr>
              <a:t>much we</a:t>
            </a:r>
            <a:r>
              <a:rPr sz="1600" spc="15" dirty="0">
                <a:latin typeface="+mn-lt"/>
              </a:rPr>
              <a:t> </a:t>
            </a:r>
            <a:r>
              <a:rPr sz="1600" dirty="0">
                <a:latin typeface="+mn-lt"/>
              </a:rPr>
              <a:t>want</a:t>
            </a:r>
            <a:r>
              <a:rPr sz="1600" spc="35" dirty="0">
                <a:latin typeface="+mn-lt"/>
              </a:rPr>
              <a:t> </a:t>
            </a:r>
            <a:r>
              <a:rPr sz="1600" dirty="0">
                <a:latin typeface="+mn-lt"/>
              </a:rPr>
              <a:t>the network</a:t>
            </a:r>
            <a:r>
              <a:rPr sz="1600" spc="-10" dirty="0">
                <a:latin typeface="+mn-lt"/>
              </a:rPr>
              <a:t> </a:t>
            </a:r>
            <a:r>
              <a:rPr sz="1600" dirty="0">
                <a:latin typeface="+mn-lt"/>
              </a:rPr>
              <a:t>to</a:t>
            </a:r>
            <a:r>
              <a:rPr sz="1600" spc="15" dirty="0">
                <a:latin typeface="+mn-lt"/>
              </a:rPr>
              <a:t> </a:t>
            </a:r>
            <a:r>
              <a:rPr sz="1600" dirty="0">
                <a:latin typeface="+mn-lt"/>
              </a:rPr>
              <a:t>pay</a:t>
            </a:r>
            <a:r>
              <a:rPr sz="1600" spc="35" dirty="0">
                <a:latin typeface="+mn-lt"/>
              </a:rPr>
              <a:t> </a:t>
            </a:r>
            <a:r>
              <a:rPr sz="1600" dirty="0">
                <a:latin typeface="+mn-lt"/>
              </a:rPr>
              <a:t>attention</a:t>
            </a:r>
            <a:r>
              <a:rPr sz="1600" spc="-35" dirty="0">
                <a:latin typeface="+mn-lt"/>
              </a:rPr>
              <a:t> </a:t>
            </a:r>
            <a:r>
              <a:rPr sz="1600" dirty="0">
                <a:latin typeface="+mn-lt"/>
              </a:rPr>
              <a:t>to</a:t>
            </a:r>
            <a:r>
              <a:rPr sz="1600" spc="15" dirty="0">
                <a:latin typeface="+mn-lt"/>
              </a:rPr>
              <a:t> </a:t>
            </a:r>
            <a:r>
              <a:rPr sz="1600" dirty="0">
                <a:latin typeface="+mn-lt"/>
              </a:rPr>
              <a:t>the </a:t>
            </a:r>
            <a:r>
              <a:rPr sz="1600" spc="50" dirty="0">
                <a:latin typeface="+mn-lt"/>
              </a:rPr>
              <a:t>conditioning</a:t>
            </a:r>
            <a:r>
              <a:rPr sz="1600" spc="-35" dirty="0">
                <a:latin typeface="+mn-lt"/>
              </a:rPr>
              <a:t> </a:t>
            </a:r>
            <a:r>
              <a:rPr sz="1600" spc="-10" dirty="0">
                <a:latin typeface="+mn-lt"/>
              </a:rPr>
              <a:t>signal.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E4275-EC51-698A-E1FC-0BFF2E4C3F3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FB75463-6A92-4743-8393-F0D2DD5D714B}" type="datetime1">
              <a:rPr lang="en-IN" smtClean="0"/>
              <a:t>17-10-2025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DD840-E5CA-C7E5-ECB9-FE891C6E634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848A5-6F2B-16DD-79CA-B9CEC4F8A4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Classifier</a:t>
            </a:r>
            <a:r>
              <a:rPr spc="-30" dirty="0"/>
              <a:t> </a:t>
            </a:r>
            <a:r>
              <a:rPr spc="-335" dirty="0"/>
              <a:t>Free</a:t>
            </a:r>
            <a:r>
              <a:rPr spc="-10" dirty="0"/>
              <a:t> </a:t>
            </a:r>
            <a:r>
              <a:rPr spc="-250" dirty="0"/>
              <a:t>Guidance</a:t>
            </a:r>
            <a:r>
              <a:rPr spc="-55" dirty="0"/>
              <a:t> </a:t>
            </a:r>
            <a:r>
              <a:rPr spc="-290" dirty="0"/>
              <a:t>(Training)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921" y="1477700"/>
            <a:ext cx="6465997" cy="429968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5429B3-4B8E-D6E5-E80A-946BD3BA4E1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78FCB41-59CA-49E0-9A45-14629660CF54}" type="datetime1">
              <a:rPr lang="en-IN" smtClean="0"/>
              <a:t>17-10-2025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61B36D-DD48-AF58-3D4A-878C26FD5D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FDD8C1-4133-DB47-7120-BC55F30866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Classifier</a:t>
            </a:r>
            <a:r>
              <a:rPr spc="-30" dirty="0"/>
              <a:t> </a:t>
            </a:r>
            <a:r>
              <a:rPr spc="-335" dirty="0"/>
              <a:t>Free</a:t>
            </a:r>
            <a:r>
              <a:rPr spc="-10" dirty="0"/>
              <a:t> </a:t>
            </a:r>
            <a:r>
              <a:rPr spc="-250" dirty="0"/>
              <a:t>Guidance</a:t>
            </a:r>
            <a:r>
              <a:rPr spc="-55" dirty="0"/>
              <a:t> </a:t>
            </a:r>
            <a:r>
              <a:rPr spc="-285" dirty="0"/>
              <a:t>(Inference)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921" y="1477700"/>
            <a:ext cx="6465997" cy="429968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7C04B6C-A1AF-2002-4B0A-65C22744106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903EC25-D9C0-4263-8499-77A5F034944E}" type="datetime1">
              <a:rPr lang="en-IN" smtClean="0"/>
              <a:t>17-10-2025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2AA4BF-BB0C-A6FC-E8CA-753A2B394B3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3B3078-6815-8C2A-9A1F-25BAA3D52B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0517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Classifier</a:t>
            </a:r>
            <a:r>
              <a:rPr spc="-20" dirty="0"/>
              <a:t> </a:t>
            </a:r>
            <a:r>
              <a:rPr spc="-335" dirty="0"/>
              <a:t>Free</a:t>
            </a:r>
            <a:r>
              <a:rPr spc="-5" dirty="0"/>
              <a:t> </a:t>
            </a:r>
            <a:r>
              <a:rPr spc="-254" dirty="0"/>
              <a:t>Guidance</a:t>
            </a:r>
            <a:r>
              <a:rPr spc="-55" dirty="0"/>
              <a:t> </a:t>
            </a:r>
            <a:r>
              <a:rPr spc="-335" dirty="0"/>
              <a:t>(Combine</a:t>
            </a:r>
            <a:r>
              <a:rPr spc="-35" dirty="0"/>
              <a:t> </a:t>
            </a:r>
            <a:r>
              <a:rPr spc="-175" dirty="0"/>
              <a:t>output)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57069" y="2691510"/>
            <a:ext cx="1409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o𝑢𝑡𝑝𝑢𝑡</a:t>
            </a:r>
            <a:r>
              <a:rPr sz="1800" spc="1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𝑤</a:t>
            </a:r>
            <a:r>
              <a:rPr sz="1800" spc="42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25315" y="2761742"/>
            <a:ext cx="4041775" cy="212090"/>
          </a:xfrm>
          <a:custGeom>
            <a:avLst/>
            <a:gdLst/>
            <a:ahLst/>
            <a:cxnLst/>
            <a:rect l="l" t="t" r="r" b="b"/>
            <a:pathLst>
              <a:path w="4041775" h="212089">
                <a:moveTo>
                  <a:pt x="3973957" y="0"/>
                </a:moveTo>
                <a:lnTo>
                  <a:pt x="3970909" y="8636"/>
                </a:lnTo>
                <a:lnTo>
                  <a:pt x="3983176" y="13946"/>
                </a:lnTo>
                <a:lnTo>
                  <a:pt x="3993705" y="21304"/>
                </a:lnTo>
                <a:lnTo>
                  <a:pt x="4015071" y="55429"/>
                </a:lnTo>
                <a:lnTo>
                  <a:pt x="4022090" y="104775"/>
                </a:lnTo>
                <a:lnTo>
                  <a:pt x="4021304" y="123517"/>
                </a:lnTo>
                <a:lnTo>
                  <a:pt x="4009516" y="169291"/>
                </a:lnTo>
                <a:lnTo>
                  <a:pt x="3983263" y="197865"/>
                </a:lnTo>
                <a:lnTo>
                  <a:pt x="3971163" y="203200"/>
                </a:lnTo>
                <a:lnTo>
                  <a:pt x="3973957" y="211709"/>
                </a:lnTo>
                <a:lnTo>
                  <a:pt x="4014354" y="187706"/>
                </a:lnTo>
                <a:lnTo>
                  <a:pt x="4037076" y="143335"/>
                </a:lnTo>
                <a:lnTo>
                  <a:pt x="4041393" y="105918"/>
                </a:lnTo>
                <a:lnTo>
                  <a:pt x="4040311" y="86723"/>
                </a:lnTo>
                <a:lnTo>
                  <a:pt x="4023994" y="37084"/>
                </a:lnTo>
                <a:lnTo>
                  <a:pt x="3989294" y="5544"/>
                </a:lnTo>
                <a:lnTo>
                  <a:pt x="3973957" y="0"/>
                </a:lnTo>
                <a:close/>
              </a:path>
              <a:path w="4041775" h="212089">
                <a:moveTo>
                  <a:pt x="67437" y="0"/>
                </a:moveTo>
                <a:lnTo>
                  <a:pt x="27092" y="24110"/>
                </a:lnTo>
                <a:lnTo>
                  <a:pt x="4365" y="68595"/>
                </a:lnTo>
                <a:lnTo>
                  <a:pt x="0" y="105918"/>
                </a:lnTo>
                <a:lnTo>
                  <a:pt x="973" y="123517"/>
                </a:lnTo>
                <a:lnTo>
                  <a:pt x="17399" y="174752"/>
                </a:lnTo>
                <a:lnTo>
                  <a:pt x="52081" y="206184"/>
                </a:lnTo>
                <a:lnTo>
                  <a:pt x="67437" y="211709"/>
                </a:lnTo>
                <a:lnTo>
                  <a:pt x="70104" y="203200"/>
                </a:lnTo>
                <a:lnTo>
                  <a:pt x="58076" y="197865"/>
                </a:lnTo>
                <a:lnTo>
                  <a:pt x="47704" y="190436"/>
                </a:lnTo>
                <a:lnTo>
                  <a:pt x="26376" y="155763"/>
                </a:lnTo>
                <a:lnTo>
                  <a:pt x="19351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62146" y="2738754"/>
            <a:ext cx="395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30" baseline="10802" dirty="0">
                <a:latin typeface="Cambria Math"/>
                <a:cs typeface="Cambria Math"/>
              </a:rPr>
              <a:t>𝑜𝑢𝑡𝑝𝑢𝑡</a:t>
            </a:r>
            <a:r>
              <a:rPr sz="1300" spc="20" dirty="0">
                <a:latin typeface="Cambria Math"/>
                <a:cs typeface="Cambria Math"/>
              </a:rPr>
              <a:t>𝑐𝑜𝑛𝑑𝑖𝑡𝑖𝑜𝑛𝑒𝑑</a:t>
            </a:r>
            <a:r>
              <a:rPr sz="1300" spc="145" dirty="0">
                <a:latin typeface="Cambria Math"/>
                <a:cs typeface="Cambria Math"/>
              </a:rPr>
              <a:t>  </a:t>
            </a:r>
            <a:r>
              <a:rPr sz="2700" spc="30" baseline="10802" dirty="0">
                <a:latin typeface="Cambria Math"/>
                <a:cs typeface="Cambria Math"/>
              </a:rPr>
              <a:t>−</a:t>
            </a:r>
            <a:r>
              <a:rPr sz="2700" spc="480" baseline="10802" dirty="0">
                <a:latin typeface="Cambria Math"/>
                <a:cs typeface="Cambria Math"/>
              </a:rPr>
              <a:t> </a:t>
            </a:r>
            <a:r>
              <a:rPr sz="2700" spc="-15" baseline="10802" dirty="0">
                <a:latin typeface="Cambria Math"/>
                <a:cs typeface="Cambria Math"/>
              </a:rPr>
              <a:t>𝑜𝑢𝑡𝑝𝑢𝑡</a:t>
            </a:r>
            <a:r>
              <a:rPr sz="1300" spc="-10" dirty="0">
                <a:latin typeface="Cambria Math"/>
                <a:cs typeface="Cambria Math"/>
              </a:rPr>
              <a:t>𝑢𝑛𝑐𝑜𝑛𝑑𝑖𝑡𝑖𝑜𝑛𝑒𝑑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99730" y="2738754"/>
            <a:ext cx="2203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0802" dirty="0">
                <a:latin typeface="Cambria Math"/>
                <a:cs typeface="Cambria Math"/>
              </a:rPr>
              <a:t>+</a:t>
            </a:r>
            <a:r>
              <a:rPr sz="2700" spc="307" baseline="10802" dirty="0">
                <a:latin typeface="Cambria Math"/>
                <a:cs typeface="Cambria Math"/>
              </a:rPr>
              <a:t> </a:t>
            </a:r>
            <a:r>
              <a:rPr sz="2700" spc="-15" baseline="10802" dirty="0">
                <a:latin typeface="Cambria Math"/>
                <a:cs typeface="Cambria Math"/>
              </a:rPr>
              <a:t>𝑜𝑢𝑡𝑝𝑢𝑡</a:t>
            </a:r>
            <a:r>
              <a:rPr sz="1300" spc="-10" dirty="0">
                <a:latin typeface="Cambria Math"/>
                <a:cs typeface="Cambria Math"/>
              </a:rPr>
              <a:t>𝑢𝑛𝑐𝑜𝑛𝑑𝑖𝑡𝑖𝑜𝑛𝑒𝑑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07613" y="3061716"/>
            <a:ext cx="92710" cy="1007744"/>
          </a:xfrm>
          <a:custGeom>
            <a:avLst/>
            <a:gdLst/>
            <a:ahLst/>
            <a:cxnLst/>
            <a:rect l="l" t="t" r="r" b="b"/>
            <a:pathLst>
              <a:path w="92710" h="1007745">
                <a:moveTo>
                  <a:pt x="44470" y="75807"/>
                </a:moveTo>
                <a:lnTo>
                  <a:pt x="31771" y="76463"/>
                </a:lnTo>
                <a:lnTo>
                  <a:pt x="79850" y="1006729"/>
                </a:lnTo>
                <a:lnTo>
                  <a:pt x="79883" y="1007364"/>
                </a:lnTo>
                <a:lnTo>
                  <a:pt x="92583" y="1006729"/>
                </a:lnTo>
                <a:lnTo>
                  <a:pt x="44589" y="78105"/>
                </a:lnTo>
                <a:lnTo>
                  <a:pt x="44470" y="75807"/>
                </a:lnTo>
                <a:close/>
              </a:path>
              <a:path w="92710" h="1007745">
                <a:moveTo>
                  <a:pt x="34162" y="0"/>
                </a:moveTo>
                <a:lnTo>
                  <a:pt x="0" y="78105"/>
                </a:lnTo>
                <a:lnTo>
                  <a:pt x="31771" y="76463"/>
                </a:lnTo>
                <a:lnTo>
                  <a:pt x="31114" y="63754"/>
                </a:lnTo>
                <a:lnTo>
                  <a:pt x="43814" y="63119"/>
                </a:lnTo>
                <a:lnTo>
                  <a:pt x="69937" y="63119"/>
                </a:lnTo>
                <a:lnTo>
                  <a:pt x="34162" y="0"/>
                </a:lnTo>
                <a:close/>
              </a:path>
              <a:path w="92710" h="1007745">
                <a:moveTo>
                  <a:pt x="43814" y="63119"/>
                </a:moveTo>
                <a:lnTo>
                  <a:pt x="31114" y="63754"/>
                </a:lnTo>
                <a:lnTo>
                  <a:pt x="31653" y="74168"/>
                </a:lnTo>
                <a:lnTo>
                  <a:pt x="31771" y="76463"/>
                </a:lnTo>
                <a:lnTo>
                  <a:pt x="44470" y="75807"/>
                </a:lnTo>
                <a:lnTo>
                  <a:pt x="43847" y="63754"/>
                </a:lnTo>
                <a:lnTo>
                  <a:pt x="43814" y="63119"/>
                </a:lnTo>
                <a:close/>
              </a:path>
              <a:path w="92710" h="1007745">
                <a:moveTo>
                  <a:pt x="69937" y="63119"/>
                </a:moveTo>
                <a:lnTo>
                  <a:pt x="43814" y="63119"/>
                </a:lnTo>
                <a:lnTo>
                  <a:pt x="44386" y="74168"/>
                </a:lnTo>
                <a:lnTo>
                  <a:pt x="44470" y="75807"/>
                </a:lnTo>
                <a:lnTo>
                  <a:pt x="76200" y="74168"/>
                </a:lnTo>
                <a:lnTo>
                  <a:pt x="69937" y="63119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45840" y="4091685"/>
            <a:ext cx="557022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spc="180" dirty="0">
                <a:latin typeface="+mn-lt"/>
                <a:cs typeface="Tahoma"/>
              </a:rPr>
              <a:t>A</a:t>
            </a:r>
            <a:r>
              <a:rPr sz="2000" spc="-6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weight</a:t>
            </a:r>
            <a:r>
              <a:rPr sz="2000" spc="-3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that</a:t>
            </a:r>
            <a:r>
              <a:rPr sz="2000" spc="-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indicates</a:t>
            </a:r>
            <a:r>
              <a:rPr sz="2000" spc="-4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how</a:t>
            </a:r>
            <a:r>
              <a:rPr sz="2000" spc="-15" dirty="0">
                <a:latin typeface="+mn-lt"/>
                <a:cs typeface="Tahoma"/>
              </a:rPr>
              <a:t> </a:t>
            </a:r>
            <a:r>
              <a:rPr sz="2000" spc="55" dirty="0">
                <a:latin typeface="+mn-lt"/>
                <a:cs typeface="Tahoma"/>
              </a:rPr>
              <a:t>much</a:t>
            </a:r>
            <a:r>
              <a:rPr sz="2000" dirty="0">
                <a:latin typeface="+mn-lt"/>
                <a:cs typeface="Tahoma"/>
              </a:rPr>
              <a:t> we</a:t>
            </a:r>
            <a:r>
              <a:rPr sz="2000" spc="-1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want</a:t>
            </a:r>
            <a:r>
              <a:rPr sz="2000" spc="-1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the</a:t>
            </a:r>
            <a:r>
              <a:rPr sz="2000" spc="-25" dirty="0">
                <a:latin typeface="+mn-lt"/>
                <a:cs typeface="Tahoma"/>
              </a:rPr>
              <a:t> </a:t>
            </a:r>
            <a:r>
              <a:rPr sz="2000" spc="75" dirty="0">
                <a:latin typeface="+mn-lt"/>
                <a:cs typeface="Tahoma"/>
              </a:rPr>
              <a:t>model </a:t>
            </a:r>
            <a:r>
              <a:rPr sz="2000" dirty="0">
                <a:latin typeface="+mn-lt"/>
                <a:cs typeface="Tahoma"/>
              </a:rPr>
              <a:t>to</a:t>
            </a:r>
            <a:r>
              <a:rPr sz="2000" spc="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pay</a:t>
            </a:r>
            <a:r>
              <a:rPr sz="2000" spc="-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attention</a:t>
            </a:r>
            <a:r>
              <a:rPr sz="2000" spc="1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to</a:t>
            </a:r>
            <a:r>
              <a:rPr sz="2000" spc="1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the</a:t>
            </a:r>
            <a:r>
              <a:rPr sz="2000" spc="20" dirty="0">
                <a:latin typeface="+mn-lt"/>
                <a:cs typeface="Tahoma"/>
              </a:rPr>
              <a:t> </a:t>
            </a:r>
            <a:r>
              <a:rPr sz="2000" spc="65" dirty="0">
                <a:latin typeface="+mn-lt"/>
                <a:cs typeface="Tahoma"/>
              </a:rPr>
              <a:t>conditioning</a:t>
            </a:r>
            <a:r>
              <a:rPr sz="2000" spc="-1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signal</a:t>
            </a:r>
            <a:r>
              <a:rPr sz="2000" spc="5" dirty="0">
                <a:latin typeface="+mn-lt"/>
                <a:cs typeface="Tahoma"/>
              </a:rPr>
              <a:t> </a:t>
            </a:r>
            <a:r>
              <a:rPr sz="2000" spc="-10" dirty="0">
                <a:latin typeface="+mn-lt"/>
                <a:cs typeface="Tahoma"/>
              </a:rPr>
              <a:t>(prompt).</a:t>
            </a:r>
            <a:endParaRPr sz="2000" dirty="0">
              <a:latin typeface="+mn-lt"/>
              <a:cs typeface="Tahoma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EC84E1D-B17A-B2CB-24DC-14A2821D3A5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8FCBE76-E025-4D3A-93EA-A379DA1B9799}" type="datetime1">
              <a:rPr lang="en-IN" smtClean="0"/>
              <a:t>17-10-2025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5D8E20-A106-4E83-5CAB-31AF5183515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93F5CF0-FD90-90E3-CD5F-ABFBC12CB8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79379" y="3345477"/>
            <a:ext cx="2281555" cy="2280285"/>
            <a:chOff x="6679379" y="3345477"/>
            <a:chExt cx="2281555" cy="2280285"/>
          </a:xfrm>
        </p:grpSpPr>
        <p:sp>
          <p:nvSpPr>
            <p:cNvPr id="3" name="object 3"/>
            <p:cNvSpPr/>
            <p:nvPr/>
          </p:nvSpPr>
          <p:spPr>
            <a:xfrm>
              <a:off x="8500683" y="4712182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00681" y="3351161"/>
              <a:ext cx="454025" cy="907415"/>
            </a:xfrm>
            <a:custGeom>
              <a:avLst/>
              <a:gdLst/>
              <a:ahLst/>
              <a:cxnLst/>
              <a:rect l="l" t="t" r="r" b="b"/>
              <a:pathLst>
                <a:path w="454025" h="907414">
                  <a:moveTo>
                    <a:pt x="453961" y="0"/>
                  </a:moveTo>
                  <a:lnTo>
                    <a:pt x="0" y="0"/>
                  </a:lnTo>
                  <a:lnTo>
                    <a:pt x="0" y="453669"/>
                  </a:lnTo>
                  <a:lnTo>
                    <a:pt x="0" y="907351"/>
                  </a:lnTo>
                  <a:lnTo>
                    <a:pt x="453961" y="907351"/>
                  </a:lnTo>
                  <a:lnTo>
                    <a:pt x="453961" y="453669"/>
                  </a:lnTo>
                  <a:lnTo>
                    <a:pt x="453961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00683" y="3804827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00683" y="425850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00683" y="425850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46716" y="3351150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46716" y="3351150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46716" y="3804827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46716" y="3804827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46716" y="425850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46716" y="425850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92986" y="3351150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92986" y="3351150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92986" y="3804827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92986" y="3804827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39019" y="3351150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39019" y="3351150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39019" y="425850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39019" y="425850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85052" y="3804827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85052" y="3804827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85052" y="425850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85052" y="425850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85052" y="4712182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85052" y="4712182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39019" y="4712182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39019" y="4712182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92986" y="4712182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92986" y="4712182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85052" y="516587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85052" y="516587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39019" y="516587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139019" y="516587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592986" y="516587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E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92986" y="516587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6202" y="5344513"/>
              <a:ext cx="127489" cy="1219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9132" y="5344513"/>
              <a:ext cx="116092" cy="12192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9379" y="3345477"/>
              <a:ext cx="2280943" cy="227975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4494" y="5344513"/>
              <a:ext cx="127489" cy="12192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7424" y="5344513"/>
              <a:ext cx="126353" cy="12192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819250" y="4902263"/>
              <a:ext cx="920750" cy="67945"/>
            </a:xfrm>
            <a:custGeom>
              <a:avLst/>
              <a:gdLst/>
              <a:ahLst/>
              <a:cxnLst/>
              <a:rect l="l" t="t" r="r" b="b"/>
              <a:pathLst>
                <a:path w="920750" h="67945">
                  <a:moveTo>
                    <a:pt x="12649" y="30048"/>
                  </a:moveTo>
                  <a:lnTo>
                    <a:pt x="10401" y="27457"/>
                  </a:lnTo>
                  <a:lnTo>
                    <a:pt x="2844" y="27457"/>
                  </a:lnTo>
                  <a:lnTo>
                    <a:pt x="0" y="30048"/>
                  </a:lnTo>
                  <a:lnTo>
                    <a:pt x="0" y="37807"/>
                  </a:lnTo>
                  <a:lnTo>
                    <a:pt x="2844" y="40398"/>
                  </a:lnTo>
                  <a:lnTo>
                    <a:pt x="10401" y="40398"/>
                  </a:lnTo>
                  <a:lnTo>
                    <a:pt x="12649" y="37807"/>
                  </a:lnTo>
                  <a:lnTo>
                    <a:pt x="12649" y="30048"/>
                  </a:lnTo>
                  <a:close/>
                </a:path>
                <a:path w="920750" h="67945">
                  <a:moveTo>
                    <a:pt x="12687" y="65214"/>
                  </a:moveTo>
                  <a:lnTo>
                    <a:pt x="12649" y="57505"/>
                  </a:lnTo>
                  <a:lnTo>
                    <a:pt x="10401" y="54914"/>
                  </a:lnTo>
                  <a:lnTo>
                    <a:pt x="2844" y="54914"/>
                  </a:lnTo>
                  <a:lnTo>
                    <a:pt x="0" y="57505"/>
                  </a:lnTo>
                  <a:lnTo>
                    <a:pt x="0" y="65214"/>
                  </a:lnTo>
                  <a:lnTo>
                    <a:pt x="2844" y="67856"/>
                  </a:lnTo>
                  <a:lnTo>
                    <a:pt x="10401" y="67856"/>
                  </a:lnTo>
                  <a:lnTo>
                    <a:pt x="12687" y="65214"/>
                  </a:lnTo>
                  <a:close/>
                </a:path>
                <a:path w="920750" h="67945">
                  <a:moveTo>
                    <a:pt x="12776" y="2743"/>
                  </a:moveTo>
                  <a:lnTo>
                    <a:pt x="10401" y="0"/>
                  </a:lnTo>
                  <a:lnTo>
                    <a:pt x="2844" y="0"/>
                  </a:lnTo>
                  <a:lnTo>
                    <a:pt x="0" y="2743"/>
                  </a:lnTo>
                  <a:lnTo>
                    <a:pt x="0" y="10350"/>
                  </a:lnTo>
                  <a:lnTo>
                    <a:pt x="2844" y="12941"/>
                  </a:lnTo>
                  <a:lnTo>
                    <a:pt x="10401" y="12941"/>
                  </a:lnTo>
                  <a:lnTo>
                    <a:pt x="12649" y="10350"/>
                  </a:lnTo>
                  <a:lnTo>
                    <a:pt x="12776" y="2743"/>
                  </a:lnTo>
                  <a:close/>
                </a:path>
                <a:path w="920750" h="67945">
                  <a:moveTo>
                    <a:pt x="920584" y="30048"/>
                  </a:moveTo>
                  <a:lnTo>
                    <a:pt x="918337" y="27457"/>
                  </a:lnTo>
                  <a:lnTo>
                    <a:pt x="910780" y="27457"/>
                  </a:lnTo>
                  <a:lnTo>
                    <a:pt x="907935" y="30048"/>
                  </a:lnTo>
                  <a:lnTo>
                    <a:pt x="907935" y="37807"/>
                  </a:lnTo>
                  <a:lnTo>
                    <a:pt x="910780" y="40398"/>
                  </a:lnTo>
                  <a:lnTo>
                    <a:pt x="918337" y="40398"/>
                  </a:lnTo>
                  <a:lnTo>
                    <a:pt x="920584" y="37807"/>
                  </a:lnTo>
                  <a:lnTo>
                    <a:pt x="920584" y="30048"/>
                  </a:lnTo>
                  <a:close/>
                </a:path>
                <a:path w="920750" h="67945">
                  <a:moveTo>
                    <a:pt x="920623" y="65214"/>
                  </a:moveTo>
                  <a:lnTo>
                    <a:pt x="920584" y="57505"/>
                  </a:lnTo>
                  <a:lnTo>
                    <a:pt x="918337" y="54914"/>
                  </a:lnTo>
                  <a:lnTo>
                    <a:pt x="910780" y="54914"/>
                  </a:lnTo>
                  <a:lnTo>
                    <a:pt x="907935" y="57505"/>
                  </a:lnTo>
                  <a:lnTo>
                    <a:pt x="907935" y="65214"/>
                  </a:lnTo>
                  <a:lnTo>
                    <a:pt x="910780" y="67856"/>
                  </a:lnTo>
                  <a:lnTo>
                    <a:pt x="918337" y="67856"/>
                  </a:lnTo>
                  <a:lnTo>
                    <a:pt x="920623" y="65214"/>
                  </a:lnTo>
                  <a:close/>
                </a:path>
                <a:path w="920750" h="67945">
                  <a:moveTo>
                    <a:pt x="920711" y="2743"/>
                  </a:moveTo>
                  <a:lnTo>
                    <a:pt x="918337" y="0"/>
                  </a:lnTo>
                  <a:lnTo>
                    <a:pt x="910780" y="0"/>
                  </a:lnTo>
                  <a:lnTo>
                    <a:pt x="907935" y="2743"/>
                  </a:lnTo>
                  <a:lnTo>
                    <a:pt x="907935" y="10350"/>
                  </a:lnTo>
                  <a:lnTo>
                    <a:pt x="910780" y="12941"/>
                  </a:lnTo>
                  <a:lnTo>
                    <a:pt x="918337" y="12941"/>
                  </a:lnTo>
                  <a:lnTo>
                    <a:pt x="920584" y="10350"/>
                  </a:lnTo>
                  <a:lnTo>
                    <a:pt x="920711" y="27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96205" y="3529785"/>
              <a:ext cx="98832" cy="12192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26721" y="3529785"/>
              <a:ext cx="144701" cy="12192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0531" y="3983463"/>
              <a:ext cx="114910" cy="12192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32396" y="3983463"/>
              <a:ext cx="144701" cy="12192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90531" y="4437140"/>
              <a:ext cx="118693" cy="12324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32396" y="4437140"/>
              <a:ext cx="144701" cy="121925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2979551" y="1865354"/>
            <a:ext cx="5981065" cy="1378585"/>
            <a:chOff x="2979551" y="1865354"/>
            <a:chExt cx="5981065" cy="1378585"/>
          </a:xfrm>
        </p:grpSpPr>
        <p:sp>
          <p:nvSpPr>
            <p:cNvPr id="51" name="object 51"/>
            <p:cNvSpPr/>
            <p:nvPr/>
          </p:nvSpPr>
          <p:spPr>
            <a:xfrm>
              <a:off x="4710296" y="2438124"/>
              <a:ext cx="2202180" cy="266700"/>
            </a:xfrm>
            <a:custGeom>
              <a:avLst/>
              <a:gdLst/>
              <a:ahLst/>
              <a:cxnLst/>
              <a:rect l="l" t="t" r="r" b="b"/>
              <a:pathLst>
                <a:path w="2202179" h="266700">
                  <a:moveTo>
                    <a:pt x="0" y="0"/>
                  </a:moveTo>
                  <a:lnTo>
                    <a:pt x="2144993" y="0"/>
                  </a:lnTo>
                  <a:lnTo>
                    <a:pt x="2185123" y="16623"/>
                  </a:lnTo>
                  <a:lnTo>
                    <a:pt x="2201739" y="56709"/>
                  </a:lnTo>
                  <a:lnTo>
                    <a:pt x="2201739" y="266535"/>
                  </a:lnTo>
                </a:path>
              </a:pathLst>
            </a:custGeom>
            <a:ln w="85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95299" y="2438124"/>
              <a:ext cx="454025" cy="0"/>
            </a:xfrm>
            <a:custGeom>
              <a:avLst/>
              <a:gdLst/>
              <a:ahLst/>
              <a:cxnLst/>
              <a:rect l="l" t="t" r="r" b="b"/>
              <a:pathLst>
                <a:path w="454025">
                  <a:moveTo>
                    <a:pt x="0" y="0"/>
                  </a:moveTo>
                  <a:lnTo>
                    <a:pt x="453966" y="0"/>
                  </a:lnTo>
                </a:path>
              </a:pathLst>
            </a:custGeom>
            <a:ln w="85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429404" y="2415440"/>
              <a:ext cx="81280" cy="45720"/>
            </a:xfrm>
            <a:custGeom>
              <a:avLst/>
              <a:gdLst/>
              <a:ahLst/>
              <a:cxnLst/>
              <a:rect l="l" t="t" r="r" b="b"/>
              <a:pathLst>
                <a:path w="81279" h="45719">
                  <a:moveTo>
                    <a:pt x="0" y="0"/>
                  </a:moveTo>
                  <a:lnTo>
                    <a:pt x="0" y="45367"/>
                  </a:lnTo>
                  <a:lnTo>
                    <a:pt x="80720" y="22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87365" y="2233969"/>
              <a:ext cx="908050" cy="510540"/>
            </a:xfrm>
            <a:custGeom>
              <a:avLst/>
              <a:gdLst/>
              <a:ahLst/>
              <a:cxnLst/>
              <a:rect l="l" t="t" r="r" b="b"/>
              <a:pathLst>
                <a:path w="908050" h="510539">
                  <a:moveTo>
                    <a:pt x="907933" y="0"/>
                  </a:moveTo>
                  <a:lnTo>
                    <a:pt x="0" y="0"/>
                  </a:lnTo>
                  <a:lnTo>
                    <a:pt x="0" y="510386"/>
                  </a:lnTo>
                  <a:lnTo>
                    <a:pt x="907933" y="510386"/>
                  </a:lnTo>
                  <a:lnTo>
                    <a:pt x="907933" y="0"/>
                  </a:lnTo>
                  <a:close/>
                </a:path>
              </a:pathLst>
            </a:custGeom>
            <a:solidFill>
              <a:srgbClr val="513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087365" y="2233969"/>
              <a:ext cx="908050" cy="510540"/>
            </a:xfrm>
            <a:custGeom>
              <a:avLst/>
              <a:gdLst/>
              <a:ahLst/>
              <a:cxnLst/>
              <a:rect l="l" t="t" r="r" b="b"/>
              <a:pathLst>
                <a:path w="908050" h="510539">
                  <a:moveTo>
                    <a:pt x="0" y="510386"/>
                  </a:moveTo>
                  <a:lnTo>
                    <a:pt x="907933" y="510386"/>
                  </a:lnTo>
                  <a:lnTo>
                    <a:pt x="907933" y="0"/>
                  </a:lnTo>
                  <a:lnTo>
                    <a:pt x="0" y="0"/>
                  </a:lnTo>
                  <a:lnTo>
                    <a:pt x="0" y="510386"/>
                  </a:lnTo>
                  <a:close/>
                </a:path>
              </a:pathLst>
            </a:custGeom>
            <a:ln w="113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053317" y="2199943"/>
              <a:ext cx="908050" cy="510540"/>
            </a:xfrm>
            <a:custGeom>
              <a:avLst/>
              <a:gdLst/>
              <a:ahLst/>
              <a:cxnLst/>
              <a:rect l="l" t="t" r="r" b="b"/>
              <a:pathLst>
                <a:path w="908050" h="510539">
                  <a:moveTo>
                    <a:pt x="907933" y="0"/>
                  </a:moveTo>
                  <a:lnTo>
                    <a:pt x="0" y="0"/>
                  </a:lnTo>
                  <a:lnTo>
                    <a:pt x="0" y="510386"/>
                  </a:lnTo>
                  <a:lnTo>
                    <a:pt x="907933" y="510386"/>
                  </a:lnTo>
                  <a:lnTo>
                    <a:pt x="907933" y="0"/>
                  </a:lnTo>
                  <a:close/>
                </a:path>
              </a:pathLst>
            </a:custGeom>
            <a:solidFill>
              <a:srgbClr val="513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53317" y="2199943"/>
              <a:ext cx="908050" cy="510540"/>
            </a:xfrm>
            <a:custGeom>
              <a:avLst/>
              <a:gdLst/>
              <a:ahLst/>
              <a:cxnLst/>
              <a:rect l="l" t="t" r="r" b="b"/>
              <a:pathLst>
                <a:path w="908050" h="510539">
                  <a:moveTo>
                    <a:pt x="0" y="510386"/>
                  </a:moveTo>
                  <a:lnTo>
                    <a:pt x="907933" y="510386"/>
                  </a:lnTo>
                  <a:lnTo>
                    <a:pt x="907933" y="0"/>
                  </a:lnTo>
                  <a:lnTo>
                    <a:pt x="0" y="0"/>
                  </a:lnTo>
                  <a:lnTo>
                    <a:pt x="0" y="510386"/>
                  </a:lnTo>
                  <a:close/>
                </a:path>
              </a:pathLst>
            </a:custGeom>
            <a:ln w="113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019270" y="2165918"/>
              <a:ext cx="908050" cy="510540"/>
            </a:xfrm>
            <a:custGeom>
              <a:avLst/>
              <a:gdLst/>
              <a:ahLst/>
              <a:cxnLst/>
              <a:rect l="l" t="t" r="r" b="b"/>
              <a:pathLst>
                <a:path w="908050" h="510539">
                  <a:moveTo>
                    <a:pt x="907933" y="0"/>
                  </a:moveTo>
                  <a:lnTo>
                    <a:pt x="0" y="0"/>
                  </a:lnTo>
                  <a:lnTo>
                    <a:pt x="0" y="510386"/>
                  </a:lnTo>
                  <a:lnTo>
                    <a:pt x="907933" y="510386"/>
                  </a:lnTo>
                  <a:lnTo>
                    <a:pt x="907933" y="0"/>
                  </a:lnTo>
                  <a:close/>
                </a:path>
              </a:pathLst>
            </a:custGeom>
            <a:solidFill>
              <a:srgbClr val="513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019270" y="2165918"/>
              <a:ext cx="908050" cy="510540"/>
            </a:xfrm>
            <a:custGeom>
              <a:avLst/>
              <a:gdLst/>
              <a:ahLst/>
              <a:cxnLst/>
              <a:rect l="l" t="t" r="r" b="b"/>
              <a:pathLst>
                <a:path w="908050" h="510539">
                  <a:moveTo>
                    <a:pt x="0" y="510386"/>
                  </a:moveTo>
                  <a:lnTo>
                    <a:pt x="907933" y="510386"/>
                  </a:lnTo>
                  <a:lnTo>
                    <a:pt x="907933" y="0"/>
                  </a:lnTo>
                  <a:lnTo>
                    <a:pt x="0" y="0"/>
                  </a:lnTo>
                  <a:lnTo>
                    <a:pt x="0" y="510386"/>
                  </a:lnTo>
                  <a:close/>
                </a:path>
              </a:pathLst>
            </a:custGeom>
            <a:ln w="113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985222" y="2131892"/>
              <a:ext cx="908050" cy="510540"/>
            </a:xfrm>
            <a:custGeom>
              <a:avLst/>
              <a:gdLst/>
              <a:ahLst/>
              <a:cxnLst/>
              <a:rect l="l" t="t" r="r" b="b"/>
              <a:pathLst>
                <a:path w="908050" h="510539">
                  <a:moveTo>
                    <a:pt x="907933" y="0"/>
                  </a:moveTo>
                  <a:lnTo>
                    <a:pt x="0" y="0"/>
                  </a:lnTo>
                  <a:lnTo>
                    <a:pt x="0" y="510386"/>
                  </a:lnTo>
                  <a:lnTo>
                    <a:pt x="907933" y="510386"/>
                  </a:lnTo>
                  <a:lnTo>
                    <a:pt x="907933" y="0"/>
                  </a:lnTo>
                  <a:close/>
                </a:path>
              </a:pathLst>
            </a:custGeom>
            <a:solidFill>
              <a:srgbClr val="513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985222" y="2131892"/>
              <a:ext cx="908050" cy="510540"/>
            </a:xfrm>
            <a:custGeom>
              <a:avLst/>
              <a:gdLst/>
              <a:ahLst/>
              <a:cxnLst/>
              <a:rect l="l" t="t" r="r" b="b"/>
              <a:pathLst>
                <a:path w="908050" h="510539">
                  <a:moveTo>
                    <a:pt x="0" y="510386"/>
                  </a:moveTo>
                  <a:lnTo>
                    <a:pt x="907933" y="510386"/>
                  </a:lnTo>
                  <a:lnTo>
                    <a:pt x="907933" y="0"/>
                  </a:lnTo>
                  <a:lnTo>
                    <a:pt x="0" y="0"/>
                  </a:lnTo>
                  <a:lnTo>
                    <a:pt x="0" y="510386"/>
                  </a:lnTo>
                  <a:close/>
                </a:path>
              </a:pathLst>
            </a:custGeom>
            <a:ln w="113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178092" y="2275793"/>
              <a:ext cx="534035" cy="232410"/>
            </a:xfrm>
            <a:custGeom>
              <a:avLst/>
              <a:gdLst/>
              <a:ahLst/>
              <a:cxnLst/>
              <a:rect l="l" t="t" r="r" b="b"/>
              <a:pathLst>
                <a:path w="534035" h="232410">
                  <a:moveTo>
                    <a:pt x="16773" y="22258"/>
                  </a:moveTo>
                  <a:lnTo>
                    <a:pt x="3002" y="22258"/>
                  </a:lnTo>
                  <a:lnTo>
                    <a:pt x="3002" y="95697"/>
                  </a:lnTo>
                  <a:lnTo>
                    <a:pt x="17411" y="95697"/>
                  </a:lnTo>
                  <a:lnTo>
                    <a:pt x="17411" y="71383"/>
                  </a:lnTo>
                  <a:lnTo>
                    <a:pt x="50298" y="71383"/>
                  </a:lnTo>
                  <a:lnTo>
                    <a:pt x="52881" y="66917"/>
                  </a:lnTo>
                  <a:lnTo>
                    <a:pt x="22915" y="66917"/>
                  </a:lnTo>
                  <a:lnTo>
                    <a:pt x="17411" y="62238"/>
                  </a:lnTo>
                  <a:lnTo>
                    <a:pt x="17411" y="38137"/>
                  </a:lnTo>
                  <a:lnTo>
                    <a:pt x="22282" y="32608"/>
                  </a:lnTo>
                  <a:lnTo>
                    <a:pt x="52882" y="32608"/>
                  </a:lnTo>
                  <a:lnTo>
                    <a:pt x="50716" y="28827"/>
                  </a:lnTo>
                  <a:lnTo>
                    <a:pt x="16773" y="28827"/>
                  </a:lnTo>
                  <a:lnTo>
                    <a:pt x="16773" y="22258"/>
                  </a:lnTo>
                  <a:close/>
                </a:path>
                <a:path w="534035" h="232410">
                  <a:moveTo>
                    <a:pt x="50298" y="71383"/>
                  </a:moveTo>
                  <a:lnTo>
                    <a:pt x="17427" y="71383"/>
                  </a:lnTo>
                  <a:lnTo>
                    <a:pt x="20267" y="75612"/>
                  </a:lnTo>
                  <a:lnTo>
                    <a:pt x="25885" y="78542"/>
                  </a:lnTo>
                  <a:lnTo>
                    <a:pt x="33191" y="78542"/>
                  </a:lnTo>
                  <a:lnTo>
                    <a:pt x="43055" y="76615"/>
                  </a:lnTo>
                  <a:lnTo>
                    <a:pt x="50298" y="71383"/>
                  </a:lnTo>
                  <a:close/>
                </a:path>
                <a:path w="534035" h="232410">
                  <a:moveTo>
                    <a:pt x="52882" y="32608"/>
                  </a:moveTo>
                  <a:lnTo>
                    <a:pt x="37958" y="32608"/>
                  </a:lnTo>
                  <a:lnTo>
                    <a:pt x="41878" y="38562"/>
                  </a:lnTo>
                  <a:lnTo>
                    <a:pt x="41878" y="61388"/>
                  </a:lnTo>
                  <a:lnTo>
                    <a:pt x="37641" y="66917"/>
                  </a:lnTo>
                  <a:lnTo>
                    <a:pt x="52881" y="66917"/>
                  </a:lnTo>
                  <a:lnTo>
                    <a:pt x="54759" y="63669"/>
                  </a:lnTo>
                  <a:lnTo>
                    <a:pt x="56282" y="54299"/>
                  </a:lnTo>
                  <a:lnTo>
                    <a:pt x="56282" y="45225"/>
                  </a:lnTo>
                  <a:lnTo>
                    <a:pt x="54788" y="35935"/>
                  </a:lnTo>
                  <a:lnTo>
                    <a:pt x="52882" y="32608"/>
                  </a:lnTo>
                  <a:close/>
                </a:path>
                <a:path w="534035" h="232410">
                  <a:moveTo>
                    <a:pt x="33087" y="20982"/>
                  </a:moveTo>
                  <a:lnTo>
                    <a:pt x="25143" y="20982"/>
                  </a:lnTo>
                  <a:lnTo>
                    <a:pt x="19530" y="24574"/>
                  </a:lnTo>
                  <a:lnTo>
                    <a:pt x="16773" y="28827"/>
                  </a:lnTo>
                  <a:lnTo>
                    <a:pt x="50716" y="28827"/>
                  </a:lnTo>
                  <a:lnTo>
                    <a:pt x="50364" y="28213"/>
                  </a:lnTo>
                  <a:lnTo>
                    <a:pt x="43101" y="22936"/>
                  </a:lnTo>
                  <a:lnTo>
                    <a:pt x="33087" y="20982"/>
                  </a:lnTo>
                  <a:close/>
                </a:path>
                <a:path w="534035" h="232410">
                  <a:moveTo>
                    <a:pt x="91053" y="20982"/>
                  </a:moveTo>
                  <a:lnTo>
                    <a:pt x="65755" y="54724"/>
                  </a:lnTo>
                  <a:lnTo>
                    <a:pt x="67446" y="64367"/>
                  </a:lnTo>
                  <a:lnTo>
                    <a:pt x="72609" y="72074"/>
                  </a:lnTo>
                  <a:lnTo>
                    <a:pt x="80691" y="76883"/>
                  </a:lnTo>
                  <a:lnTo>
                    <a:pt x="91266" y="78542"/>
                  </a:lnTo>
                  <a:lnTo>
                    <a:pt x="99877" y="77248"/>
                  </a:lnTo>
                  <a:lnTo>
                    <a:pt x="107088" y="73645"/>
                  </a:lnTo>
                  <a:lnTo>
                    <a:pt x="112336" y="68193"/>
                  </a:lnTo>
                  <a:lnTo>
                    <a:pt x="82900" y="68193"/>
                  </a:lnTo>
                  <a:lnTo>
                    <a:pt x="79614" y="62569"/>
                  </a:lnTo>
                  <a:lnTo>
                    <a:pt x="79614" y="54724"/>
                  </a:lnTo>
                  <a:lnTo>
                    <a:pt x="115629" y="54724"/>
                  </a:lnTo>
                  <a:lnTo>
                    <a:pt x="115543" y="44564"/>
                  </a:lnTo>
                  <a:lnTo>
                    <a:pt x="79614" y="44564"/>
                  </a:lnTo>
                  <a:lnTo>
                    <a:pt x="79614" y="36624"/>
                  </a:lnTo>
                  <a:lnTo>
                    <a:pt x="82792" y="31143"/>
                  </a:lnTo>
                  <a:lnTo>
                    <a:pt x="111312" y="31143"/>
                  </a:lnTo>
                  <a:lnTo>
                    <a:pt x="109501" y="28142"/>
                  </a:lnTo>
                  <a:lnTo>
                    <a:pt x="101776" y="22887"/>
                  </a:lnTo>
                  <a:lnTo>
                    <a:pt x="91053" y="20982"/>
                  </a:lnTo>
                  <a:close/>
                </a:path>
                <a:path w="534035" h="232410">
                  <a:moveTo>
                    <a:pt x="115203" y="61199"/>
                  </a:moveTo>
                  <a:lnTo>
                    <a:pt x="102601" y="61199"/>
                  </a:lnTo>
                  <a:lnTo>
                    <a:pt x="101225" y="65027"/>
                  </a:lnTo>
                  <a:lnTo>
                    <a:pt x="97408" y="68193"/>
                  </a:lnTo>
                  <a:lnTo>
                    <a:pt x="112357" y="68193"/>
                  </a:lnTo>
                  <a:lnTo>
                    <a:pt x="115203" y="61199"/>
                  </a:lnTo>
                  <a:close/>
                </a:path>
                <a:path w="534035" h="232410">
                  <a:moveTo>
                    <a:pt x="111312" y="31143"/>
                  </a:moveTo>
                  <a:lnTo>
                    <a:pt x="98789" y="31143"/>
                  </a:lnTo>
                  <a:lnTo>
                    <a:pt x="102300" y="36214"/>
                  </a:lnTo>
                  <a:lnTo>
                    <a:pt x="102388" y="44564"/>
                  </a:lnTo>
                  <a:lnTo>
                    <a:pt x="115543" y="44564"/>
                  </a:lnTo>
                  <a:lnTo>
                    <a:pt x="114230" y="36624"/>
                  </a:lnTo>
                  <a:lnTo>
                    <a:pt x="114162" y="36214"/>
                  </a:lnTo>
                  <a:lnTo>
                    <a:pt x="114083" y="35735"/>
                  </a:lnTo>
                  <a:lnTo>
                    <a:pt x="111312" y="31143"/>
                  </a:lnTo>
                  <a:close/>
                </a:path>
                <a:path w="534035" h="232410">
                  <a:moveTo>
                    <a:pt x="141112" y="22258"/>
                  </a:moveTo>
                  <a:lnTo>
                    <a:pt x="127342" y="22258"/>
                  </a:lnTo>
                  <a:lnTo>
                    <a:pt x="127342" y="95697"/>
                  </a:lnTo>
                  <a:lnTo>
                    <a:pt x="141746" y="95697"/>
                  </a:lnTo>
                  <a:lnTo>
                    <a:pt x="141746" y="71383"/>
                  </a:lnTo>
                  <a:lnTo>
                    <a:pt x="174637" y="71383"/>
                  </a:lnTo>
                  <a:lnTo>
                    <a:pt x="177221" y="66917"/>
                  </a:lnTo>
                  <a:lnTo>
                    <a:pt x="147255" y="66917"/>
                  </a:lnTo>
                  <a:lnTo>
                    <a:pt x="141746" y="62238"/>
                  </a:lnTo>
                  <a:lnTo>
                    <a:pt x="141746" y="38137"/>
                  </a:lnTo>
                  <a:lnTo>
                    <a:pt x="146621" y="32608"/>
                  </a:lnTo>
                  <a:lnTo>
                    <a:pt x="177221" y="32608"/>
                  </a:lnTo>
                  <a:lnTo>
                    <a:pt x="175055" y="28827"/>
                  </a:lnTo>
                  <a:lnTo>
                    <a:pt x="141112" y="28827"/>
                  </a:lnTo>
                  <a:lnTo>
                    <a:pt x="141112" y="22258"/>
                  </a:lnTo>
                  <a:close/>
                </a:path>
                <a:path w="534035" h="232410">
                  <a:moveTo>
                    <a:pt x="174637" y="71383"/>
                  </a:moveTo>
                  <a:lnTo>
                    <a:pt x="141762" y="71383"/>
                  </a:lnTo>
                  <a:lnTo>
                    <a:pt x="144607" y="75612"/>
                  </a:lnTo>
                  <a:lnTo>
                    <a:pt x="150220" y="78542"/>
                  </a:lnTo>
                  <a:lnTo>
                    <a:pt x="157531" y="78542"/>
                  </a:lnTo>
                  <a:lnTo>
                    <a:pt x="167395" y="76615"/>
                  </a:lnTo>
                  <a:lnTo>
                    <a:pt x="174637" y="71383"/>
                  </a:lnTo>
                  <a:close/>
                </a:path>
                <a:path w="534035" h="232410">
                  <a:moveTo>
                    <a:pt x="177221" y="32608"/>
                  </a:moveTo>
                  <a:lnTo>
                    <a:pt x="162297" y="32608"/>
                  </a:lnTo>
                  <a:lnTo>
                    <a:pt x="166218" y="38562"/>
                  </a:lnTo>
                  <a:lnTo>
                    <a:pt x="166218" y="61388"/>
                  </a:lnTo>
                  <a:lnTo>
                    <a:pt x="161981" y="66917"/>
                  </a:lnTo>
                  <a:lnTo>
                    <a:pt x="177221" y="66917"/>
                  </a:lnTo>
                  <a:lnTo>
                    <a:pt x="179099" y="63669"/>
                  </a:lnTo>
                  <a:lnTo>
                    <a:pt x="180622" y="54299"/>
                  </a:lnTo>
                  <a:lnTo>
                    <a:pt x="180622" y="45225"/>
                  </a:lnTo>
                  <a:lnTo>
                    <a:pt x="179127" y="35935"/>
                  </a:lnTo>
                  <a:lnTo>
                    <a:pt x="177221" y="32608"/>
                  </a:lnTo>
                  <a:close/>
                </a:path>
                <a:path w="534035" h="232410">
                  <a:moveTo>
                    <a:pt x="157422" y="20982"/>
                  </a:moveTo>
                  <a:lnTo>
                    <a:pt x="149478" y="20982"/>
                  </a:lnTo>
                  <a:lnTo>
                    <a:pt x="143864" y="24574"/>
                  </a:lnTo>
                  <a:lnTo>
                    <a:pt x="141112" y="28827"/>
                  </a:lnTo>
                  <a:lnTo>
                    <a:pt x="175055" y="28827"/>
                  </a:lnTo>
                  <a:lnTo>
                    <a:pt x="174703" y="28213"/>
                  </a:lnTo>
                  <a:lnTo>
                    <a:pt x="167439" y="22936"/>
                  </a:lnTo>
                  <a:lnTo>
                    <a:pt x="157422" y="20982"/>
                  </a:lnTo>
                  <a:close/>
                </a:path>
                <a:path w="534035" h="232410">
                  <a:moveTo>
                    <a:pt x="206176" y="22258"/>
                  </a:moveTo>
                  <a:lnTo>
                    <a:pt x="192406" y="22258"/>
                  </a:lnTo>
                  <a:lnTo>
                    <a:pt x="192406" y="95697"/>
                  </a:lnTo>
                  <a:lnTo>
                    <a:pt x="206814" y="95697"/>
                  </a:lnTo>
                  <a:lnTo>
                    <a:pt x="206814" y="71383"/>
                  </a:lnTo>
                  <a:lnTo>
                    <a:pt x="239701" y="71383"/>
                  </a:lnTo>
                  <a:lnTo>
                    <a:pt x="242284" y="66917"/>
                  </a:lnTo>
                  <a:lnTo>
                    <a:pt x="212319" y="66917"/>
                  </a:lnTo>
                  <a:lnTo>
                    <a:pt x="206814" y="62238"/>
                  </a:lnTo>
                  <a:lnTo>
                    <a:pt x="206814" y="38137"/>
                  </a:lnTo>
                  <a:lnTo>
                    <a:pt x="211685" y="32608"/>
                  </a:lnTo>
                  <a:lnTo>
                    <a:pt x="242285" y="32608"/>
                  </a:lnTo>
                  <a:lnTo>
                    <a:pt x="240120" y="28827"/>
                  </a:lnTo>
                  <a:lnTo>
                    <a:pt x="206176" y="28827"/>
                  </a:lnTo>
                  <a:lnTo>
                    <a:pt x="206176" y="22258"/>
                  </a:lnTo>
                  <a:close/>
                </a:path>
                <a:path w="534035" h="232410">
                  <a:moveTo>
                    <a:pt x="239701" y="71383"/>
                  </a:moveTo>
                  <a:lnTo>
                    <a:pt x="206830" y="71383"/>
                  </a:lnTo>
                  <a:lnTo>
                    <a:pt x="209671" y="75612"/>
                  </a:lnTo>
                  <a:lnTo>
                    <a:pt x="215289" y="78542"/>
                  </a:lnTo>
                  <a:lnTo>
                    <a:pt x="222595" y="78542"/>
                  </a:lnTo>
                  <a:lnTo>
                    <a:pt x="232459" y="76615"/>
                  </a:lnTo>
                  <a:lnTo>
                    <a:pt x="239701" y="71383"/>
                  </a:lnTo>
                  <a:close/>
                </a:path>
                <a:path w="534035" h="232410">
                  <a:moveTo>
                    <a:pt x="242285" y="32608"/>
                  </a:moveTo>
                  <a:lnTo>
                    <a:pt x="227361" y="32608"/>
                  </a:lnTo>
                  <a:lnTo>
                    <a:pt x="231281" y="38562"/>
                  </a:lnTo>
                  <a:lnTo>
                    <a:pt x="231281" y="61388"/>
                  </a:lnTo>
                  <a:lnTo>
                    <a:pt x="227044" y="66917"/>
                  </a:lnTo>
                  <a:lnTo>
                    <a:pt x="242284" y="66917"/>
                  </a:lnTo>
                  <a:lnTo>
                    <a:pt x="244163" y="63669"/>
                  </a:lnTo>
                  <a:lnTo>
                    <a:pt x="245685" y="54299"/>
                  </a:lnTo>
                  <a:lnTo>
                    <a:pt x="245685" y="45225"/>
                  </a:lnTo>
                  <a:lnTo>
                    <a:pt x="244191" y="35935"/>
                  </a:lnTo>
                  <a:lnTo>
                    <a:pt x="242285" y="32608"/>
                  </a:lnTo>
                  <a:close/>
                </a:path>
                <a:path w="534035" h="232410">
                  <a:moveTo>
                    <a:pt x="222491" y="20982"/>
                  </a:moveTo>
                  <a:lnTo>
                    <a:pt x="214546" y="20982"/>
                  </a:lnTo>
                  <a:lnTo>
                    <a:pt x="208933" y="24574"/>
                  </a:lnTo>
                  <a:lnTo>
                    <a:pt x="206176" y="28827"/>
                  </a:lnTo>
                  <a:lnTo>
                    <a:pt x="240120" y="28827"/>
                  </a:lnTo>
                  <a:lnTo>
                    <a:pt x="239768" y="28213"/>
                  </a:lnTo>
                  <a:lnTo>
                    <a:pt x="232505" y="22936"/>
                  </a:lnTo>
                  <a:lnTo>
                    <a:pt x="222491" y="20982"/>
                  </a:lnTo>
                  <a:close/>
                </a:path>
                <a:path w="534035" h="232410">
                  <a:moveTo>
                    <a:pt x="280438" y="20982"/>
                  </a:moveTo>
                  <a:lnTo>
                    <a:pt x="255159" y="54724"/>
                  </a:lnTo>
                  <a:lnTo>
                    <a:pt x="256853" y="64367"/>
                  </a:lnTo>
                  <a:lnTo>
                    <a:pt x="262020" y="72074"/>
                  </a:lnTo>
                  <a:lnTo>
                    <a:pt x="270104" y="76883"/>
                  </a:lnTo>
                  <a:lnTo>
                    <a:pt x="280674" y="78542"/>
                  </a:lnTo>
                  <a:lnTo>
                    <a:pt x="289294" y="77248"/>
                  </a:lnTo>
                  <a:lnTo>
                    <a:pt x="296504" y="73645"/>
                  </a:lnTo>
                  <a:lnTo>
                    <a:pt x="301745" y="68193"/>
                  </a:lnTo>
                  <a:lnTo>
                    <a:pt x="272304" y="68193"/>
                  </a:lnTo>
                  <a:lnTo>
                    <a:pt x="269041" y="62569"/>
                  </a:lnTo>
                  <a:lnTo>
                    <a:pt x="269041" y="54724"/>
                  </a:lnTo>
                  <a:lnTo>
                    <a:pt x="305027" y="54724"/>
                  </a:lnTo>
                  <a:lnTo>
                    <a:pt x="304941" y="44564"/>
                  </a:lnTo>
                  <a:lnTo>
                    <a:pt x="269041" y="44564"/>
                  </a:lnTo>
                  <a:lnTo>
                    <a:pt x="269041" y="36624"/>
                  </a:lnTo>
                  <a:lnTo>
                    <a:pt x="272209" y="31143"/>
                  </a:lnTo>
                  <a:lnTo>
                    <a:pt x="300706" y="31143"/>
                  </a:lnTo>
                  <a:lnTo>
                    <a:pt x="298893" y="28142"/>
                  </a:lnTo>
                  <a:lnTo>
                    <a:pt x="291162" y="22887"/>
                  </a:lnTo>
                  <a:lnTo>
                    <a:pt x="280438" y="20982"/>
                  </a:lnTo>
                  <a:close/>
                </a:path>
                <a:path w="534035" h="232410">
                  <a:moveTo>
                    <a:pt x="304602" y="61199"/>
                  </a:moveTo>
                  <a:lnTo>
                    <a:pt x="292023" y="61199"/>
                  </a:lnTo>
                  <a:lnTo>
                    <a:pt x="290604" y="65027"/>
                  </a:lnTo>
                  <a:lnTo>
                    <a:pt x="286821" y="68193"/>
                  </a:lnTo>
                  <a:lnTo>
                    <a:pt x="301765" y="68193"/>
                  </a:lnTo>
                  <a:lnTo>
                    <a:pt x="304602" y="61199"/>
                  </a:lnTo>
                  <a:close/>
                </a:path>
                <a:path w="534035" h="232410">
                  <a:moveTo>
                    <a:pt x="300706" y="31143"/>
                  </a:moveTo>
                  <a:lnTo>
                    <a:pt x="288193" y="31143"/>
                  </a:lnTo>
                  <a:lnTo>
                    <a:pt x="291699" y="36214"/>
                  </a:lnTo>
                  <a:lnTo>
                    <a:pt x="291787" y="44564"/>
                  </a:lnTo>
                  <a:lnTo>
                    <a:pt x="304941" y="44564"/>
                  </a:lnTo>
                  <a:lnTo>
                    <a:pt x="303627" y="36624"/>
                  </a:lnTo>
                  <a:lnTo>
                    <a:pt x="303559" y="36214"/>
                  </a:lnTo>
                  <a:lnTo>
                    <a:pt x="303479" y="35735"/>
                  </a:lnTo>
                  <a:lnTo>
                    <a:pt x="300706" y="31143"/>
                  </a:lnTo>
                  <a:close/>
                </a:path>
                <a:path w="534035" h="232410">
                  <a:moveTo>
                    <a:pt x="330421" y="22258"/>
                  </a:moveTo>
                  <a:lnTo>
                    <a:pt x="316755" y="22258"/>
                  </a:lnTo>
                  <a:lnTo>
                    <a:pt x="316755" y="77266"/>
                  </a:lnTo>
                  <a:lnTo>
                    <a:pt x="331130" y="77266"/>
                  </a:lnTo>
                  <a:lnTo>
                    <a:pt x="331130" y="40783"/>
                  </a:lnTo>
                  <a:lnTo>
                    <a:pt x="336238" y="36105"/>
                  </a:lnTo>
                  <a:lnTo>
                    <a:pt x="348627" y="36105"/>
                  </a:lnTo>
                  <a:lnTo>
                    <a:pt x="348627" y="32938"/>
                  </a:lnTo>
                  <a:lnTo>
                    <a:pt x="330421" y="32938"/>
                  </a:lnTo>
                  <a:lnTo>
                    <a:pt x="330421" y="22258"/>
                  </a:lnTo>
                  <a:close/>
                </a:path>
                <a:path w="534035" h="232410">
                  <a:moveTo>
                    <a:pt x="348627" y="21833"/>
                  </a:moveTo>
                  <a:lnTo>
                    <a:pt x="338649" y="21833"/>
                  </a:lnTo>
                  <a:lnTo>
                    <a:pt x="332218" y="24668"/>
                  </a:lnTo>
                  <a:lnTo>
                    <a:pt x="330421" y="32938"/>
                  </a:lnTo>
                  <a:lnTo>
                    <a:pt x="348627" y="32938"/>
                  </a:lnTo>
                  <a:lnTo>
                    <a:pt x="348627" y="21833"/>
                  </a:lnTo>
                  <a:close/>
                </a:path>
                <a:path w="534035" h="232410">
                  <a:moveTo>
                    <a:pt x="399840" y="33884"/>
                  </a:moveTo>
                  <a:lnTo>
                    <a:pt x="385323" y="33884"/>
                  </a:lnTo>
                  <a:lnTo>
                    <a:pt x="385323" y="71359"/>
                  </a:lnTo>
                  <a:lnTo>
                    <a:pt x="390288" y="77266"/>
                  </a:lnTo>
                  <a:lnTo>
                    <a:pt x="410858" y="77266"/>
                  </a:lnTo>
                  <a:lnTo>
                    <a:pt x="410858" y="65641"/>
                  </a:lnTo>
                  <a:lnTo>
                    <a:pt x="401212" y="65641"/>
                  </a:lnTo>
                  <a:lnTo>
                    <a:pt x="399840" y="64176"/>
                  </a:lnTo>
                  <a:lnTo>
                    <a:pt x="399840" y="33884"/>
                  </a:lnTo>
                  <a:close/>
                </a:path>
                <a:path w="534035" h="232410">
                  <a:moveTo>
                    <a:pt x="411568" y="22258"/>
                  </a:moveTo>
                  <a:lnTo>
                    <a:pt x="377473" y="22258"/>
                  </a:lnTo>
                  <a:lnTo>
                    <a:pt x="377473" y="33884"/>
                  </a:lnTo>
                  <a:lnTo>
                    <a:pt x="411568" y="33884"/>
                  </a:lnTo>
                  <a:lnTo>
                    <a:pt x="411568" y="22258"/>
                  </a:lnTo>
                  <a:close/>
                </a:path>
                <a:path w="534035" h="232410">
                  <a:moveTo>
                    <a:pt x="399840" y="7230"/>
                  </a:moveTo>
                  <a:lnTo>
                    <a:pt x="385323" y="7230"/>
                  </a:lnTo>
                  <a:lnTo>
                    <a:pt x="385323" y="22258"/>
                  </a:lnTo>
                  <a:lnTo>
                    <a:pt x="399840" y="22258"/>
                  </a:lnTo>
                  <a:lnTo>
                    <a:pt x="399840" y="7230"/>
                  </a:lnTo>
                  <a:close/>
                </a:path>
                <a:path w="534035" h="232410">
                  <a:moveTo>
                    <a:pt x="436772" y="0"/>
                  </a:moveTo>
                  <a:lnTo>
                    <a:pt x="422349" y="0"/>
                  </a:lnTo>
                  <a:lnTo>
                    <a:pt x="422349" y="77266"/>
                  </a:lnTo>
                  <a:lnTo>
                    <a:pt x="436772" y="77266"/>
                  </a:lnTo>
                  <a:lnTo>
                    <a:pt x="436772" y="37286"/>
                  </a:lnTo>
                  <a:lnTo>
                    <a:pt x="440886" y="33458"/>
                  </a:lnTo>
                  <a:lnTo>
                    <a:pt x="470481" y="33458"/>
                  </a:lnTo>
                  <a:lnTo>
                    <a:pt x="470451" y="33263"/>
                  </a:lnTo>
                  <a:lnTo>
                    <a:pt x="467848" y="28827"/>
                  </a:lnTo>
                  <a:lnTo>
                    <a:pt x="436772" y="28827"/>
                  </a:lnTo>
                  <a:lnTo>
                    <a:pt x="436772" y="0"/>
                  </a:lnTo>
                  <a:close/>
                </a:path>
                <a:path w="534035" h="232410">
                  <a:moveTo>
                    <a:pt x="470481" y="33458"/>
                  </a:moveTo>
                  <a:lnTo>
                    <a:pt x="454364" y="33458"/>
                  </a:lnTo>
                  <a:lnTo>
                    <a:pt x="457437" y="37995"/>
                  </a:lnTo>
                  <a:lnTo>
                    <a:pt x="457437" y="77266"/>
                  </a:lnTo>
                  <a:lnTo>
                    <a:pt x="471813" y="77266"/>
                  </a:lnTo>
                  <a:lnTo>
                    <a:pt x="471813" y="42059"/>
                  </a:lnTo>
                  <a:lnTo>
                    <a:pt x="470481" y="33458"/>
                  </a:lnTo>
                  <a:close/>
                </a:path>
                <a:path w="534035" h="232410">
                  <a:moveTo>
                    <a:pt x="452330" y="20982"/>
                  </a:moveTo>
                  <a:lnTo>
                    <a:pt x="445237" y="20982"/>
                  </a:lnTo>
                  <a:lnTo>
                    <a:pt x="439610" y="24054"/>
                  </a:lnTo>
                  <a:lnTo>
                    <a:pt x="436772" y="28827"/>
                  </a:lnTo>
                  <a:lnTo>
                    <a:pt x="467848" y="28827"/>
                  </a:lnTo>
                  <a:lnTo>
                    <a:pt x="466558" y="26629"/>
                  </a:lnTo>
                  <a:lnTo>
                    <a:pt x="460422" y="22441"/>
                  </a:lnTo>
                  <a:lnTo>
                    <a:pt x="452330" y="20982"/>
                  </a:lnTo>
                  <a:close/>
                </a:path>
                <a:path w="534035" h="232410">
                  <a:moveTo>
                    <a:pt x="508461" y="20982"/>
                  </a:moveTo>
                  <a:lnTo>
                    <a:pt x="483145" y="54724"/>
                  </a:lnTo>
                  <a:lnTo>
                    <a:pt x="484837" y="64367"/>
                  </a:lnTo>
                  <a:lnTo>
                    <a:pt x="490001" y="72074"/>
                  </a:lnTo>
                  <a:lnTo>
                    <a:pt x="498082" y="76883"/>
                  </a:lnTo>
                  <a:lnTo>
                    <a:pt x="508650" y="78542"/>
                  </a:lnTo>
                  <a:lnTo>
                    <a:pt x="517270" y="77248"/>
                  </a:lnTo>
                  <a:lnTo>
                    <a:pt x="524480" y="73645"/>
                  </a:lnTo>
                  <a:lnTo>
                    <a:pt x="529721" y="68193"/>
                  </a:lnTo>
                  <a:lnTo>
                    <a:pt x="500280" y="68193"/>
                  </a:lnTo>
                  <a:lnTo>
                    <a:pt x="497018" y="62569"/>
                  </a:lnTo>
                  <a:lnTo>
                    <a:pt x="497018" y="54724"/>
                  </a:lnTo>
                  <a:lnTo>
                    <a:pt x="533004" y="54724"/>
                  </a:lnTo>
                  <a:lnTo>
                    <a:pt x="532918" y="44564"/>
                  </a:lnTo>
                  <a:lnTo>
                    <a:pt x="497018" y="44564"/>
                  </a:lnTo>
                  <a:lnTo>
                    <a:pt x="497018" y="36624"/>
                  </a:lnTo>
                  <a:lnTo>
                    <a:pt x="500186" y="31143"/>
                  </a:lnTo>
                  <a:lnTo>
                    <a:pt x="528699" y="31143"/>
                  </a:lnTo>
                  <a:lnTo>
                    <a:pt x="526893" y="28142"/>
                  </a:lnTo>
                  <a:lnTo>
                    <a:pt x="519179" y="22887"/>
                  </a:lnTo>
                  <a:lnTo>
                    <a:pt x="508461" y="20982"/>
                  </a:lnTo>
                  <a:close/>
                </a:path>
                <a:path w="534035" h="232410">
                  <a:moveTo>
                    <a:pt x="532578" y="61199"/>
                  </a:moveTo>
                  <a:lnTo>
                    <a:pt x="520000" y="61199"/>
                  </a:lnTo>
                  <a:lnTo>
                    <a:pt x="518628" y="65027"/>
                  </a:lnTo>
                  <a:lnTo>
                    <a:pt x="514798" y="68193"/>
                  </a:lnTo>
                  <a:lnTo>
                    <a:pt x="529742" y="68193"/>
                  </a:lnTo>
                  <a:lnTo>
                    <a:pt x="532578" y="61199"/>
                  </a:lnTo>
                  <a:close/>
                </a:path>
                <a:path w="534035" h="232410">
                  <a:moveTo>
                    <a:pt x="528699" y="31143"/>
                  </a:moveTo>
                  <a:lnTo>
                    <a:pt x="516169" y="31143"/>
                  </a:lnTo>
                  <a:lnTo>
                    <a:pt x="519675" y="36214"/>
                  </a:lnTo>
                  <a:lnTo>
                    <a:pt x="519763" y="44564"/>
                  </a:lnTo>
                  <a:lnTo>
                    <a:pt x="532918" y="44564"/>
                  </a:lnTo>
                  <a:lnTo>
                    <a:pt x="531610" y="36624"/>
                  </a:lnTo>
                  <a:lnTo>
                    <a:pt x="531542" y="36214"/>
                  </a:lnTo>
                  <a:lnTo>
                    <a:pt x="531463" y="35735"/>
                  </a:lnTo>
                  <a:lnTo>
                    <a:pt x="528699" y="31143"/>
                  </a:lnTo>
                  <a:close/>
                </a:path>
                <a:path w="534035" h="232410">
                  <a:moveTo>
                    <a:pt x="28812" y="180053"/>
                  </a:moveTo>
                  <a:lnTo>
                    <a:pt x="0" y="197491"/>
                  </a:lnTo>
                  <a:lnTo>
                    <a:pt x="1517" y="204697"/>
                  </a:lnTo>
                  <a:lnTo>
                    <a:pt x="5786" y="210091"/>
                  </a:lnTo>
                  <a:lnTo>
                    <a:pt x="12378" y="213474"/>
                  </a:lnTo>
                  <a:lnTo>
                    <a:pt x="20868" y="214646"/>
                  </a:lnTo>
                  <a:lnTo>
                    <a:pt x="27223" y="214646"/>
                  </a:lnTo>
                  <a:lnTo>
                    <a:pt x="34213" y="211999"/>
                  </a:lnTo>
                  <a:lnTo>
                    <a:pt x="36757" y="208313"/>
                  </a:lnTo>
                  <a:lnTo>
                    <a:pt x="50631" y="208313"/>
                  </a:lnTo>
                  <a:lnTo>
                    <a:pt x="50631" y="205147"/>
                  </a:lnTo>
                  <a:lnTo>
                    <a:pt x="18536" y="205147"/>
                  </a:lnTo>
                  <a:lnTo>
                    <a:pt x="13983" y="202169"/>
                  </a:lnTo>
                  <a:lnTo>
                    <a:pt x="13983" y="192103"/>
                  </a:lnTo>
                  <a:lnTo>
                    <a:pt x="13837" y="192103"/>
                  </a:lnTo>
                  <a:lnTo>
                    <a:pt x="18220" y="189268"/>
                  </a:lnTo>
                  <a:lnTo>
                    <a:pt x="50631" y="189268"/>
                  </a:lnTo>
                  <a:lnTo>
                    <a:pt x="50631" y="184684"/>
                  </a:lnTo>
                  <a:lnTo>
                    <a:pt x="36227" y="184684"/>
                  </a:lnTo>
                  <a:lnTo>
                    <a:pt x="33683" y="182605"/>
                  </a:lnTo>
                  <a:lnTo>
                    <a:pt x="28812" y="180053"/>
                  </a:lnTo>
                  <a:close/>
                </a:path>
                <a:path w="534035" h="232410">
                  <a:moveTo>
                    <a:pt x="50631" y="208313"/>
                  </a:moveTo>
                  <a:lnTo>
                    <a:pt x="36757" y="208313"/>
                  </a:lnTo>
                  <a:lnTo>
                    <a:pt x="36757" y="213474"/>
                  </a:lnTo>
                  <a:lnTo>
                    <a:pt x="50631" y="213474"/>
                  </a:lnTo>
                  <a:lnTo>
                    <a:pt x="50631" y="208313"/>
                  </a:lnTo>
                  <a:close/>
                </a:path>
                <a:path w="534035" h="232410">
                  <a:moveTo>
                    <a:pt x="50631" y="189268"/>
                  </a:moveTo>
                  <a:lnTo>
                    <a:pt x="31460" y="189268"/>
                  </a:lnTo>
                  <a:lnTo>
                    <a:pt x="36227" y="192103"/>
                  </a:lnTo>
                  <a:lnTo>
                    <a:pt x="36227" y="201650"/>
                  </a:lnTo>
                  <a:lnTo>
                    <a:pt x="30931" y="205147"/>
                  </a:lnTo>
                  <a:lnTo>
                    <a:pt x="50631" y="205147"/>
                  </a:lnTo>
                  <a:lnTo>
                    <a:pt x="50631" y="189268"/>
                  </a:lnTo>
                  <a:close/>
                </a:path>
                <a:path w="534035" h="232410">
                  <a:moveTo>
                    <a:pt x="48047" y="168285"/>
                  </a:moveTo>
                  <a:lnTo>
                    <a:pt x="32624" y="168285"/>
                  </a:lnTo>
                  <a:lnTo>
                    <a:pt x="36227" y="172113"/>
                  </a:lnTo>
                  <a:lnTo>
                    <a:pt x="36227" y="184684"/>
                  </a:lnTo>
                  <a:lnTo>
                    <a:pt x="50631" y="184684"/>
                  </a:lnTo>
                  <a:lnTo>
                    <a:pt x="50631" y="178257"/>
                  </a:lnTo>
                  <a:lnTo>
                    <a:pt x="48943" y="169546"/>
                  </a:lnTo>
                  <a:lnTo>
                    <a:pt x="48047" y="168285"/>
                  </a:lnTo>
                  <a:close/>
                </a:path>
                <a:path w="534035" h="232410">
                  <a:moveTo>
                    <a:pt x="27436" y="157085"/>
                  </a:moveTo>
                  <a:lnTo>
                    <a:pt x="19186" y="158146"/>
                  </a:lnTo>
                  <a:lnTo>
                    <a:pt x="12366" y="161279"/>
                  </a:lnTo>
                  <a:lnTo>
                    <a:pt x="7175" y="166416"/>
                  </a:lnTo>
                  <a:lnTo>
                    <a:pt x="3811" y="173484"/>
                  </a:lnTo>
                  <a:lnTo>
                    <a:pt x="17160" y="173484"/>
                  </a:lnTo>
                  <a:lnTo>
                    <a:pt x="18645" y="170507"/>
                  </a:lnTo>
                  <a:lnTo>
                    <a:pt x="21714" y="168285"/>
                  </a:lnTo>
                  <a:lnTo>
                    <a:pt x="48047" y="168285"/>
                  </a:lnTo>
                  <a:lnTo>
                    <a:pt x="44197" y="162868"/>
                  </a:lnTo>
                  <a:lnTo>
                    <a:pt x="36870" y="158592"/>
                  </a:lnTo>
                  <a:lnTo>
                    <a:pt x="27436" y="157085"/>
                  </a:lnTo>
                  <a:close/>
                </a:path>
                <a:path w="534035" h="232410">
                  <a:moveTo>
                    <a:pt x="78167" y="158361"/>
                  </a:moveTo>
                  <a:lnTo>
                    <a:pt x="63763" y="158361"/>
                  </a:lnTo>
                  <a:lnTo>
                    <a:pt x="63763" y="193616"/>
                  </a:lnTo>
                  <a:lnTo>
                    <a:pt x="65032" y="202165"/>
                  </a:lnTo>
                  <a:lnTo>
                    <a:pt x="68755" y="208809"/>
                  </a:lnTo>
                  <a:lnTo>
                    <a:pt x="74801" y="213114"/>
                  </a:lnTo>
                  <a:lnTo>
                    <a:pt x="83042" y="214646"/>
                  </a:lnTo>
                  <a:lnTo>
                    <a:pt x="90140" y="214646"/>
                  </a:lnTo>
                  <a:lnTo>
                    <a:pt x="96496" y="211479"/>
                  </a:lnTo>
                  <a:lnTo>
                    <a:pt x="99035" y="206848"/>
                  </a:lnTo>
                  <a:lnTo>
                    <a:pt x="112806" y="206848"/>
                  </a:lnTo>
                  <a:lnTo>
                    <a:pt x="112806" y="202595"/>
                  </a:lnTo>
                  <a:lnTo>
                    <a:pt x="81453" y="202595"/>
                  </a:lnTo>
                  <a:lnTo>
                    <a:pt x="78167" y="198578"/>
                  </a:lnTo>
                  <a:lnTo>
                    <a:pt x="78167" y="158361"/>
                  </a:lnTo>
                  <a:close/>
                </a:path>
                <a:path w="534035" h="232410">
                  <a:moveTo>
                    <a:pt x="112806" y="206848"/>
                  </a:moveTo>
                  <a:lnTo>
                    <a:pt x="99035" y="206848"/>
                  </a:lnTo>
                  <a:lnTo>
                    <a:pt x="99035" y="213370"/>
                  </a:lnTo>
                  <a:lnTo>
                    <a:pt x="112806" y="213370"/>
                  </a:lnTo>
                  <a:lnTo>
                    <a:pt x="112806" y="206848"/>
                  </a:lnTo>
                  <a:close/>
                </a:path>
                <a:path w="534035" h="232410">
                  <a:moveTo>
                    <a:pt x="112806" y="158361"/>
                  </a:moveTo>
                  <a:lnTo>
                    <a:pt x="98402" y="158361"/>
                  </a:lnTo>
                  <a:lnTo>
                    <a:pt x="98402" y="198342"/>
                  </a:lnTo>
                  <a:lnTo>
                    <a:pt x="94585" y="202595"/>
                  </a:lnTo>
                  <a:lnTo>
                    <a:pt x="112806" y="202595"/>
                  </a:lnTo>
                  <a:lnTo>
                    <a:pt x="112806" y="158361"/>
                  </a:lnTo>
                  <a:close/>
                </a:path>
                <a:path w="534035" h="232410">
                  <a:moveTo>
                    <a:pt x="137362" y="196120"/>
                  </a:moveTo>
                  <a:lnTo>
                    <a:pt x="124651" y="196120"/>
                  </a:lnTo>
                  <a:lnTo>
                    <a:pt x="124651" y="197066"/>
                  </a:lnTo>
                  <a:lnTo>
                    <a:pt x="126326" y="204485"/>
                  </a:lnTo>
                  <a:lnTo>
                    <a:pt x="126392" y="204777"/>
                  </a:lnTo>
                  <a:lnTo>
                    <a:pt x="131270" y="210268"/>
                  </a:lnTo>
                  <a:lnTo>
                    <a:pt x="138770" y="213553"/>
                  </a:lnTo>
                  <a:lnTo>
                    <a:pt x="148376" y="214646"/>
                  </a:lnTo>
                  <a:lnTo>
                    <a:pt x="157865" y="213275"/>
                  </a:lnTo>
                  <a:lnTo>
                    <a:pt x="165417" y="209459"/>
                  </a:lnTo>
                  <a:lnTo>
                    <a:pt x="169682" y="204485"/>
                  </a:lnTo>
                  <a:lnTo>
                    <a:pt x="141703" y="204485"/>
                  </a:lnTo>
                  <a:lnTo>
                    <a:pt x="137362" y="201650"/>
                  </a:lnTo>
                  <a:lnTo>
                    <a:pt x="137362" y="196120"/>
                  </a:lnTo>
                  <a:close/>
                </a:path>
                <a:path w="534035" h="232410">
                  <a:moveTo>
                    <a:pt x="147742" y="157085"/>
                  </a:moveTo>
                  <a:lnTo>
                    <a:pt x="138302" y="158297"/>
                  </a:lnTo>
                  <a:lnTo>
                    <a:pt x="138644" y="158297"/>
                  </a:lnTo>
                  <a:lnTo>
                    <a:pt x="131733" y="161622"/>
                  </a:lnTo>
                  <a:lnTo>
                    <a:pt x="127141" y="167134"/>
                  </a:lnTo>
                  <a:lnTo>
                    <a:pt x="125498" y="174665"/>
                  </a:lnTo>
                  <a:lnTo>
                    <a:pt x="125498" y="183030"/>
                  </a:lnTo>
                  <a:lnTo>
                    <a:pt x="129839" y="187236"/>
                  </a:lnTo>
                  <a:lnTo>
                    <a:pt x="157592" y="193616"/>
                  </a:lnTo>
                  <a:lnTo>
                    <a:pt x="158968" y="195175"/>
                  </a:lnTo>
                  <a:lnTo>
                    <a:pt x="158968" y="202075"/>
                  </a:lnTo>
                  <a:lnTo>
                    <a:pt x="154518" y="204485"/>
                  </a:lnTo>
                  <a:lnTo>
                    <a:pt x="169682" y="204485"/>
                  </a:lnTo>
                  <a:lnTo>
                    <a:pt x="170407" y="203640"/>
                  </a:lnTo>
                  <a:lnTo>
                    <a:pt x="172209" y="196262"/>
                  </a:lnTo>
                  <a:lnTo>
                    <a:pt x="172209" y="188512"/>
                  </a:lnTo>
                  <a:lnTo>
                    <a:pt x="168076" y="184164"/>
                  </a:lnTo>
                  <a:lnTo>
                    <a:pt x="143183" y="178021"/>
                  </a:lnTo>
                  <a:lnTo>
                    <a:pt x="140327" y="177406"/>
                  </a:lnTo>
                  <a:lnTo>
                    <a:pt x="138951" y="176130"/>
                  </a:lnTo>
                  <a:lnTo>
                    <a:pt x="138951" y="169467"/>
                  </a:lnTo>
                  <a:lnTo>
                    <a:pt x="142129" y="167340"/>
                  </a:lnTo>
                  <a:lnTo>
                    <a:pt x="168035" y="167340"/>
                  </a:lnTo>
                  <a:lnTo>
                    <a:pt x="163617" y="161782"/>
                  </a:lnTo>
                  <a:lnTo>
                    <a:pt x="156737" y="158297"/>
                  </a:lnTo>
                  <a:lnTo>
                    <a:pt x="147742" y="157085"/>
                  </a:lnTo>
                  <a:close/>
                </a:path>
                <a:path w="534035" h="232410">
                  <a:moveTo>
                    <a:pt x="168019" y="167340"/>
                  </a:moveTo>
                  <a:lnTo>
                    <a:pt x="154306" y="167340"/>
                  </a:lnTo>
                  <a:lnTo>
                    <a:pt x="156954" y="170318"/>
                  </a:lnTo>
                  <a:lnTo>
                    <a:pt x="156954" y="175469"/>
                  </a:lnTo>
                  <a:lnTo>
                    <a:pt x="169561" y="175469"/>
                  </a:lnTo>
                  <a:lnTo>
                    <a:pt x="169561" y="174665"/>
                  </a:lnTo>
                  <a:lnTo>
                    <a:pt x="168019" y="167340"/>
                  </a:lnTo>
                  <a:close/>
                </a:path>
                <a:path w="534035" h="232410">
                  <a:moveTo>
                    <a:pt x="193635" y="196120"/>
                  </a:moveTo>
                  <a:lnTo>
                    <a:pt x="180924" y="196120"/>
                  </a:lnTo>
                  <a:lnTo>
                    <a:pt x="180924" y="197066"/>
                  </a:lnTo>
                  <a:lnTo>
                    <a:pt x="182599" y="204485"/>
                  </a:lnTo>
                  <a:lnTo>
                    <a:pt x="182665" y="204777"/>
                  </a:lnTo>
                  <a:lnTo>
                    <a:pt x="187543" y="210268"/>
                  </a:lnTo>
                  <a:lnTo>
                    <a:pt x="195043" y="213553"/>
                  </a:lnTo>
                  <a:lnTo>
                    <a:pt x="204649" y="214646"/>
                  </a:lnTo>
                  <a:lnTo>
                    <a:pt x="214138" y="213275"/>
                  </a:lnTo>
                  <a:lnTo>
                    <a:pt x="221690" y="209459"/>
                  </a:lnTo>
                  <a:lnTo>
                    <a:pt x="225955" y="204485"/>
                  </a:lnTo>
                  <a:lnTo>
                    <a:pt x="197976" y="204485"/>
                  </a:lnTo>
                  <a:lnTo>
                    <a:pt x="193635" y="201650"/>
                  </a:lnTo>
                  <a:lnTo>
                    <a:pt x="193635" y="196120"/>
                  </a:lnTo>
                  <a:close/>
                </a:path>
                <a:path w="534035" h="232410">
                  <a:moveTo>
                    <a:pt x="204015" y="157085"/>
                  </a:moveTo>
                  <a:lnTo>
                    <a:pt x="194577" y="158297"/>
                  </a:lnTo>
                  <a:lnTo>
                    <a:pt x="194919" y="158297"/>
                  </a:lnTo>
                  <a:lnTo>
                    <a:pt x="188007" y="161622"/>
                  </a:lnTo>
                  <a:lnTo>
                    <a:pt x="183414" y="167134"/>
                  </a:lnTo>
                  <a:lnTo>
                    <a:pt x="181771" y="174665"/>
                  </a:lnTo>
                  <a:lnTo>
                    <a:pt x="181771" y="183030"/>
                  </a:lnTo>
                  <a:lnTo>
                    <a:pt x="186112" y="187236"/>
                  </a:lnTo>
                  <a:lnTo>
                    <a:pt x="213865" y="193616"/>
                  </a:lnTo>
                  <a:lnTo>
                    <a:pt x="215241" y="195175"/>
                  </a:lnTo>
                  <a:lnTo>
                    <a:pt x="215241" y="202075"/>
                  </a:lnTo>
                  <a:lnTo>
                    <a:pt x="210791" y="204485"/>
                  </a:lnTo>
                  <a:lnTo>
                    <a:pt x="225955" y="204485"/>
                  </a:lnTo>
                  <a:lnTo>
                    <a:pt x="226680" y="203640"/>
                  </a:lnTo>
                  <a:lnTo>
                    <a:pt x="228482" y="196262"/>
                  </a:lnTo>
                  <a:lnTo>
                    <a:pt x="228482" y="188512"/>
                  </a:lnTo>
                  <a:lnTo>
                    <a:pt x="224354" y="184164"/>
                  </a:lnTo>
                  <a:lnTo>
                    <a:pt x="199456" y="178021"/>
                  </a:lnTo>
                  <a:lnTo>
                    <a:pt x="196600" y="177406"/>
                  </a:lnTo>
                  <a:lnTo>
                    <a:pt x="195224" y="176130"/>
                  </a:lnTo>
                  <a:lnTo>
                    <a:pt x="195224" y="169467"/>
                  </a:lnTo>
                  <a:lnTo>
                    <a:pt x="198402" y="167340"/>
                  </a:lnTo>
                  <a:lnTo>
                    <a:pt x="224308" y="167340"/>
                  </a:lnTo>
                  <a:lnTo>
                    <a:pt x="219890" y="161782"/>
                  </a:lnTo>
                  <a:lnTo>
                    <a:pt x="213010" y="158297"/>
                  </a:lnTo>
                  <a:lnTo>
                    <a:pt x="204015" y="157085"/>
                  </a:lnTo>
                  <a:close/>
                </a:path>
                <a:path w="534035" h="232410">
                  <a:moveTo>
                    <a:pt x="224292" y="167340"/>
                  </a:moveTo>
                  <a:lnTo>
                    <a:pt x="210579" y="167340"/>
                  </a:lnTo>
                  <a:lnTo>
                    <a:pt x="213232" y="170318"/>
                  </a:lnTo>
                  <a:lnTo>
                    <a:pt x="213232" y="175469"/>
                  </a:lnTo>
                  <a:lnTo>
                    <a:pt x="225834" y="175469"/>
                  </a:lnTo>
                  <a:lnTo>
                    <a:pt x="225834" y="174665"/>
                  </a:lnTo>
                  <a:lnTo>
                    <a:pt x="224292" y="167340"/>
                  </a:lnTo>
                  <a:close/>
                </a:path>
                <a:path w="534035" h="232410">
                  <a:moveTo>
                    <a:pt x="252556" y="135583"/>
                  </a:moveTo>
                  <a:lnTo>
                    <a:pt x="242810" y="135583"/>
                  </a:lnTo>
                  <a:lnTo>
                    <a:pt x="239311" y="139174"/>
                  </a:lnTo>
                  <a:lnTo>
                    <a:pt x="239311" y="148721"/>
                  </a:lnTo>
                  <a:lnTo>
                    <a:pt x="242810" y="152312"/>
                  </a:lnTo>
                  <a:lnTo>
                    <a:pt x="252556" y="152312"/>
                  </a:lnTo>
                  <a:lnTo>
                    <a:pt x="256051" y="148721"/>
                  </a:lnTo>
                  <a:lnTo>
                    <a:pt x="256051" y="139174"/>
                  </a:lnTo>
                  <a:lnTo>
                    <a:pt x="252556" y="135583"/>
                  </a:lnTo>
                  <a:close/>
                </a:path>
                <a:path w="534035" h="232410">
                  <a:moveTo>
                    <a:pt x="254883" y="158361"/>
                  </a:moveTo>
                  <a:lnTo>
                    <a:pt x="240479" y="158361"/>
                  </a:lnTo>
                  <a:lnTo>
                    <a:pt x="240479" y="213370"/>
                  </a:lnTo>
                  <a:lnTo>
                    <a:pt x="254883" y="213370"/>
                  </a:lnTo>
                  <a:lnTo>
                    <a:pt x="254883" y="158361"/>
                  </a:lnTo>
                  <a:close/>
                </a:path>
                <a:path w="534035" h="232410">
                  <a:moveTo>
                    <a:pt x="293016" y="157085"/>
                  </a:moveTo>
                  <a:lnTo>
                    <a:pt x="267746" y="190828"/>
                  </a:lnTo>
                  <a:lnTo>
                    <a:pt x="269433" y="200470"/>
                  </a:lnTo>
                  <a:lnTo>
                    <a:pt x="274586" y="208177"/>
                  </a:lnTo>
                  <a:lnTo>
                    <a:pt x="282665" y="212986"/>
                  </a:lnTo>
                  <a:lnTo>
                    <a:pt x="293253" y="214646"/>
                  </a:lnTo>
                  <a:lnTo>
                    <a:pt x="301852" y="213351"/>
                  </a:lnTo>
                  <a:lnTo>
                    <a:pt x="309065" y="209748"/>
                  </a:lnTo>
                  <a:lnTo>
                    <a:pt x="314317" y="204296"/>
                  </a:lnTo>
                  <a:lnTo>
                    <a:pt x="284883" y="204296"/>
                  </a:lnTo>
                  <a:lnTo>
                    <a:pt x="281572" y="198672"/>
                  </a:lnTo>
                  <a:lnTo>
                    <a:pt x="281572" y="190828"/>
                  </a:lnTo>
                  <a:lnTo>
                    <a:pt x="317606" y="190828"/>
                  </a:lnTo>
                  <a:lnTo>
                    <a:pt x="317520" y="180667"/>
                  </a:lnTo>
                  <a:lnTo>
                    <a:pt x="281572" y="180667"/>
                  </a:lnTo>
                  <a:lnTo>
                    <a:pt x="281572" y="172728"/>
                  </a:lnTo>
                  <a:lnTo>
                    <a:pt x="284741" y="167246"/>
                  </a:lnTo>
                  <a:lnTo>
                    <a:pt x="313284" y="167246"/>
                  </a:lnTo>
                  <a:lnTo>
                    <a:pt x="311472" y="164245"/>
                  </a:lnTo>
                  <a:lnTo>
                    <a:pt x="303741" y="158990"/>
                  </a:lnTo>
                  <a:lnTo>
                    <a:pt x="293016" y="157085"/>
                  </a:lnTo>
                  <a:close/>
                </a:path>
                <a:path w="534035" h="232410">
                  <a:moveTo>
                    <a:pt x="317180" y="197302"/>
                  </a:moveTo>
                  <a:lnTo>
                    <a:pt x="304555" y="197302"/>
                  </a:lnTo>
                  <a:lnTo>
                    <a:pt x="303183" y="201130"/>
                  </a:lnTo>
                  <a:lnTo>
                    <a:pt x="299400" y="204296"/>
                  </a:lnTo>
                  <a:lnTo>
                    <a:pt x="314337" y="204296"/>
                  </a:lnTo>
                  <a:lnTo>
                    <a:pt x="317180" y="197302"/>
                  </a:lnTo>
                  <a:close/>
                </a:path>
                <a:path w="534035" h="232410">
                  <a:moveTo>
                    <a:pt x="313284" y="167246"/>
                  </a:moveTo>
                  <a:lnTo>
                    <a:pt x="300771" y="167246"/>
                  </a:lnTo>
                  <a:lnTo>
                    <a:pt x="304278" y="172317"/>
                  </a:lnTo>
                  <a:lnTo>
                    <a:pt x="304365" y="180667"/>
                  </a:lnTo>
                  <a:lnTo>
                    <a:pt x="317520" y="180667"/>
                  </a:lnTo>
                  <a:lnTo>
                    <a:pt x="316205" y="172728"/>
                  </a:lnTo>
                  <a:lnTo>
                    <a:pt x="316137" y="172317"/>
                  </a:lnTo>
                  <a:lnTo>
                    <a:pt x="316058" y="171839"/>
                  </a:lnTo>
                  <a:lnTo>
                    <a:pt x="313284" y="167246"/>
                  </a:lnTo>
                  <a:close/>
                </a:path>
                <a:path w="534035" h="232410">
                  <a:moveTo>
                    <a:pt x="366360" y="158361"/>
                  </a:moveTo>
                  <a:lnTo>
                    <a:pt x="352599" y="158361"/>
                  </a:lnTo>
                  <a:lnTo>
                    <a:pt x="352599" y="231800"/>
                  </a:lnTo>
                  <a:lnTo>
                    <a:pt x="366975" y="231800"/>
                  </a:lnTo>
                  <a:lnTo>
                    <a:pt x="366975" y="207486"/>
                  </a:lnTo>
                  <a:lnTo>
                    <a:pt x="399876" y="207486"/>
                  </a:lnTo>
                  <a:lnTo>
                    <a:pt x="402454" y="203020"/>
                  </a:lnTo>
                  <a:lnTo>
                    <a:pt x="372508" y="203020"/>
                  </a:lnTo>
                  <a:lnTo>
                    <a:pt x="366975" y="198342"/>
                  </a:lnTo>
                  <a:lnTo>
                    <a:pt x="366975" y="174240"/>
                  </a:lnTo>
                  <a:lnTo>
                    <a:pt x="371846" y="168711"/>
                  </a:lnTo>
                  <a:lnTo>
                    <a:pt x="402450" y="168711"/>
                  </a:lnTo>
                  <a:lnTo>
                    <a:pt x="400286" y="164930"/>
                  </a:lnTo>
                  <a:lnTo>
                    <a:pt x="366360" y="164930"/>
                  </a:lnTo>
                  <a:lnTo>
                    <a:pt x="366360" y="158361"/>
                  </a:lnTo>
                  <a:close/>
                </a:path>
                <a:path w="534035" h="232410">
                  <a:moveTo>
                    <a:pt x="399876" y="207486"/>
                  </a:moveTo>
                  <a:lnTo>
                    <a:pt x="366991" y="207486"/>
                  </a:lnTo>
                  <a:lnTo>
                    <a:pt x="369860" y="211716"/>
                  </a:lnTo>
                  <a:lnTo>
                    <a:pt x="375487" y="214646"/>
                  </a:lnTo>
                  <a:lnTo>
                    <a:pt x="382769" y="214646"/>
                  </a:lnTo>
                  <a:lnTo>
                    <a:pt x="392639" y="212718"/>
                  </a:lnTo>
                  <a:lnTo>
                    <a:pt x="399876" y="207486"/>
                  </a:lnTo>
                  <a:close/>
                </a:path>
                <a:path w="534035" h="232410">
                  <a:moveTo>
                    <a:pt x="402450" y="168711"/>
                  </a:moveTo>
                  <a:lnTo>
                    <a:pt x="387545" y="168711"/>
                  </a:lnTo>
                  <a:lnTo>
                    <a:pt x="391470" y="174665"/>
                  </a:lnTo>
                  <a:lnTo>
                    <a:pt x="391470" y="197491"/>
                  </a:lnTo>
                  <a:lnTo>
                    <a:pt x="387214" y="203020"/>
                  </a:lnTo>
                  <a:lnTo>
                    <a:pt x="402454" y="203020"/>
                  </a:lnTo>
                  <a:lnTo>
                    <a:pt x="404328" y="199773"/>
                  </a:lnTo>
                  <a:lnTo>
                    <a:pt x="405846" y="190402"/>
                  </a:lnTo>
                  <a:lnTo>
                    <a:pt x="405846" y="181329"/>
                  </a:lnTo>
                  <a:lnTo>
                    <a:pt x="404353" y="172038"/>
                  </a:lnTo>
                  <a:lnTo>
                    <a:pt x="402450" y="168711"/>
                  </a:lnTo>
                  <a:close/>
                </a:path>
                <a:path w="534035" h="232410">
                  <a:moveTo>
                    <a:pt x="382675" y="157085"/>
                  </a:moveTo>
                  <a:lnTo>
                    <a:pt x="374730" y="157085"/>
                  </a:lnTo>
                  <a:lnTo>
                    <a:pt x="369103" y="160677"/>
                  </a:lnTo>
                  <a:lnTo>
                    <a:pt x="366360" y="164930"/>
                  </a:lnTo>
                  <a:lnTo>
                    <a:pt x="400286" y="164930"/>
                  </a:lnTo>
                  <a:lnTo>
                    <a:pt x="399935" y="164316"/>
                  </a:lnTo>
                  <a:lnTo>
                    <a:pt x="392679" y="159039"/>
                  </a:lnTo>
                  <a:lnTo>
                    <a:pt x="382675" y="157085"/>
                  </a:lnTo>
                  <a:close/>
                </a:path>
                <a:path w="534035" h="232410">
                  <a:moveTo>
                    <a:pt x="431523" y="158361"/>
                  </a:moveTo>
                  <a:lnTo>
                    <a:pt x="417148" y="158361"/>
                  </a:lnTo>
                  <a:lnTo>
                    <a:pt x="417148" y="193616"/>
                  </a:lnTo>
                  <a:lnTo>
                    <a:pt x="418413" y="202165"/>
                  </a:lnTo>
                  <a:lnTo>
                    <a:pt x="422125" y="208809"/>
                  </a:lnTo>
                  <a:lnTo>
                    <a:pt x="428160" y="213114"/>
                  </a:lnTo>
                  <a:lnTo>
                    <a:pt x="436394" y="214646"/>
                  </a:lnTo>
                  <a:lnTo>
                    <a:pt x="443487" y="214646"/>
                  </a:lnTo>
                  <a:lnTo>
                    <a:pt x="449871" y="211479"/>
                  </a:lnTo>
                  <a:lnTo>
                    <a:pt x="452377" y="206848"/>
                  </a:lnTo>
                  <a:lnTo>
                    <a:pt x="466186" y="206848"/>
                  </a:lnTo>
                  <a:lnTo>
                    <a:pt x="466186" y="202595"/>
                  </a:lnTo>
                  <a:lnTo>
                    <a:pt x="434834" y="202595"/>
                  </a:lnTo>
                  <a:lnTo>
                    <a:pt x="431523" y="198578"/>
                  </a:lnTo>
                  <a:lnTo>
                    <a:pt x="431523" y="158361"/>
                  </a:lnTo>
                  <a:close/>
                </a:path>
                <a:path w="534035" h="232410">
                  <a:moveTo>
                    <a:pt x="466186" y="206848"/>
                  </a:moveTo>
                  <a:lnTo>
                    <a:pt x="452377" y="206848"/>
                  </a:lnTo>
                  <a:lnTo>
                    <a:pt x="452377" y="213370"/>
                  </a:lnTo>
                  <a:lnTo>
                    <a:pt x="466186" y="213370"/>
                  </a:lnTo>
                  <a:lnTo>
                    <a:pt x="466186" y="206848"/>
                  </a:lnTo>
                  <a:close/>
                </a:path>
                <a:path w="534035" h="232410">
                  <a:moveTo>
                    <a:pt x="466186" y="158361"/>
                  </a:moveTo>
                  <a:lnTo>
                    <a:pt x="451763" y="158361"/>
                  </a:lnTo>
                  <a:lnTo>
                    <a:pt x="451763" y="198342"/>
                  </a:lnTo>
                  <a:lnTo>
                    <a:pt x="447932" y="202595"/>
                  </a:lnTo>
                  <a:lnTo>
                    <a:pt x="466186" y="202595"/>
                  </a:lnTo>
                  <a:lnTo>
                    <a:pt x="466186" y="158361"/>
                  </a:lnTo>
                  <a:close/>
                </a:path>
                <a:path w="534035" h="232410">
                  <a:moveTo>
                    <a:pt x="494133" y="158361"/>
                  </a:moveTo>
                  <a:lnTo>
                    <a:pt x="480325" y="158361"/>
                  </a:lnTo>
                  <a:lnTo>
                    <a:pt x="480325" y="231800"/>
                  </a:lnTo>
                  <a:lnTo>
                    <a:pt x="494748" y="231800"/>
                  </a:lnTo>
                  <a:lnTo>
                    <a:pt x="494748" y="207486"/>
                  </a:lnTo>
                  <a:lnTo>
                    <a:pt x="527631" y="207486"/>
                  </a:lnTo>
                  <a:lnTo>
                    <a:pt x="530215" y="203020"/>
                  </a:lnTo>
                  <a:lnTo>
                    <a:pt x="500233" y="203020"/>
                  </a:lnTo>
                  <a:lnTo>
                    <a:pt x="494748" y="198342"/>
                  </a:lnTo>
                  <a:lnTo>
                    <a:pt x="494748" y="174240"/>
                  </a:lnTo>
                  <a:lnTo>
                    <a:pt x="499618" y="168711"/>
                  </a:lnTo>
                  <a:lnTo>
                    <a:pt x="530219" y="168711"/>
                  </a:lnTo>
                  <a:lnTo>
                    <a:pt x="528054" y="164930"/>
                  </a:lnTo>
                  <a:lnTo>
                    <a:pt x="494133" y="164930"/>
                  </a:lnTo>
                  <a:lnTo>
                    <a:pt x="494133" y="158361"/>
                  </a:lnTo>
                  <a:close/>
                </a:path>
                <a:path w="534035" h="232410">
                  <a:moveTo>
                    <a:pt x="527631" y="207486"/>
                  </a:moveTo>
                  <a:lnTo>
                    <a:pt x="494763" y="207486"/>
                  </a:lnTo>
                  <a:lnTo>
                    <a:pt x="497585" y="211716"/>
                  </a:lnTo>
                  <a:lnTo>
                    <a:pt x="503212" y="214646"/>
                  </a:lnTo>
                  <a:lnTo>
                    <a:pt x="510542" y="214646"/>
                  </a:lnTo>
                  <a:lnTo>
                    <a:pt x="520392" y="212718"/>
                  </a:lnTo>
                  <a:lnTo>
                    <a:pt x="527631" y="207486"/>
                  </a:lnTo>
                  <a:close/>
                </a:path>
                <a:path w="534035" h="232410">
                  <a:moveTo>
                    <a:pt x="530219" y="168711"/>
                  </a:moveTo>
                  <a:lnTo>
                    <a:pt x="515318" y="168711"/>
                  </a:lnTo>
                  <a:lnTo>
                    <a:pt x="519196" y="174665"/>
                  </a:lnTo>
                  <a:lnTo>
                    <a:pt x="519196" y="197491"/>
                  </a:lnTo>
                  <a:lnTo>
                    <a:pt x="514987" y="203020"/>
                  </a:lnTo>
                  <a:lnTo>
                    <a:pt x="530215" y="203020"/>
                  </a:lnTo>
                  <a:lnTo>
                    <a:pt x="532094" y="199773"/>
                  </a:lnTo>
                  <a:lnTo>
                    <a:pt x="533619" y="190402"/>
                  </a:lnTo>
                  <a:lnTo>
                    <a:pt x="533619" y="181329"/>
                  </a:lnTo>
                  <a:lnTo>
                    <a:pt x="532125" y="172038"/>
                  </a:lnTo>
                  <a:lnTo>
                    <a:pt x="530219" y="168711"/>
                  </a:lnTo>
                  <a:close/>
                </a:path>
                <a:path w="534035" h="232410">
                  <a:moveTo>
                    <a:pt x="510400" y="157085"/>
                  </a:moveTo>
                  <a:lnTo>
                    <a:pt x="502456" y="157085"/>
                  </a:lnTo>
                  <a:lnTo>
                    <a:pt x="496876" y="160677"/>
                  </a:lnTo>
                  <a:lnTo>
                    <a:pt x="494133" y="164930"/>
                  </a:lnTo>
                  <a:lnTo>
                    <a:pt x="528054" y="164930"/>
                  </a:lnTo>
                  <a:lnTo>
                    <a:pt x="527702" y="164316"/>
                  </a:lnTo>
                  <a:lnTo>
                    <a:pt x="520432" y="159039"/>
                  </a:lnTo>
                  <a:lnTo>
                    <a:pt x="510400" y="157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511686" y="1871027"/>
              <a:ext cx="908050" cy="1134745"/>
            </a:xfrm>
            <a:custGeom>
              <a:avLst/>
              <a:gdLst/>
              <a:ahLst/>
              <a:cxnLst/>
              <a:rect l="l" t="t" r="r" b="b"/>
              <a:pathLst>
                <a:path w="908050" h="1134745">
                  <a:moveTo>
                    <a:pt x="0" y="0"/>
                  </a:moveTo>
                  <a:lnTo>
                    <a:pt x="0" y="1134193"/>
                  </a:lnTo>
                  <a:lnTo>
                    <a:pt x="907933" y="945161"/>
                  </a:lnTo>
                  <a:lnTo>
                    <a:pt x="907933" y="189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511686" y="1871027"/>
              <a:ext cx="908050" cy="1134745"/>
            </a:xfrm>
            <a:custGeom>
              <a:avLst/>
              <a:gdLst/>
              <a:ahLst/>
              <a:cxnLst/>
              <a:rect l="l" t="t" r="r" b="b"/>
              <a:pathLst>
                <a:path w="908050" h="1134745">
                  <a:moveTo>
                    <a:pt x="0" y="0"/>
                  </a:moveTo>
                  <a:lnTo>
                    <a:pt x="907933" y="189032"/>
                  </a:lnTo>
                  <a:lnTo>
                    <a:pt x="907933" y="945161"/>
                  </a:lnTo>
                  <a:lnTo>
                    <a:pt x="0" y="1134193"/>
                  </a:lnTo>
                  <a:lnTo>
                    <a:pt x="0" y="0"/>
                  </a:lnTo>
                  <a:close/>
                </a:path>
              </a:pathLst>
            </a:custGeom>
            <a:ln w="113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59949" y="2319034"/>
              <a:ext cx="424815" cy="228600"/>
            </a:xfrm>
            <a:custGeom>
              <a:avLst/>
              <a:gdLst/>
              <a:ahLst/>
              <a:cxnLst/>
              <a:rect l="l" t="t" r="r" b="b"/>
              <a:pathLst>
                <a:path w="424814" h="228600">
                  <a:moveTo>
                    <a:pt x="186410" y="19753"/>
                  </a:moveTo>
                  <a:lnTo>
                    <a:pt x="174969" y="21732"/>
                  </a:lnTo>
                  <a:lnTo>
                    <a:pt x="175244" y="21732"/>
                  </a:lnTo>
                  <a:lnTo>
                    <a:pt x="167211" y="27149"/>
                  </a:lnTo>
                  <a:lnTo>
                    <a:pt x="162518" y="35065"/>
                  </a:lnTo>
                  <a:lnTo>
                    <a:pt x="162423" y="35224"/>
                  </a:lnTo>
                  <a:lnTo>
                    <a:pt x="162317" y="35404"/>
                  </a:lnTo>
                  <a:lnTo>
                    <a:pt x="160638" y="46171"/>
                  </a:lnTo>
                  <a:lnTo>
                    <a:pt x="160638" y="55244"/>
                  </a:lnTo>
                  <a:lnTo>
                    <a:pt x="162463" y="65452"/>
                  </a:lnTo>
                  <a:lnTo>
                    <a:pt x="162548" y="65930"/>
                  </a:lnTo>
                  <a:lnTo>
                    <a:pt x="167908" y="73958"/>
                  </a:lnTo>
                  <a:lnTo>
                    <a:pt x="176158" y="79009"/>
                  </a:lnTo>
                  <a:lnTo>
                    <a:pt x="186741" y="80764"/>
                  </a:lnTo>
                  <a:lnTo>
                    <a:pt x="195470" y="79432"/>
                  </a:lnTo>
                  <a:lnTo>
                    <a:pt x="202742" y="75713"/>
                  </a:lnTo>
                  <a:lnTo>
                    <a:pt x="205127" y="73155"/>
                  </a:lnTo>
                  <a:lnTo>
                    <a:pt x="175297" y="73155"/>
                  </a:lnTo>
                  <a:lnTo>
                    <a:pt x="170521" y="65452"/>
                  </a:lnTo>
                  <a:lnTo>
                    <a:pt x="170521" y="54252"/>
                  </a:lnTo>
                  <a:lnTo>
                    <a:pt x="211472" y="54252"/>
                  </a:lnTo>
                  <a:lnTo>
                    <a:pt x="211472" y="46643"/>
                  </a:lnTo>
                  <a:lnTo>
                    <a:pt x="170521" y="46643"/>
                  </a:lnTo>
                  <a:lnTo>
                    <a:pt x="170521" y="35065"/>
                  </a:lnTo>
                  <a:lnTo>
                    <a:pt x="174729" y="27362"/>
                  </a:lnTo>
                  <a:lnTo>
                    <a:pt x="205360" y="27362"/>
                  </a:lnTo>
                  <a:lnTo>
                    <a:pt x="205236" y="27149"/>
                  </a:lnTo>
                  <a:lnTo>
                    <a:pt x="197408" y="21732"/>
                  </a:lnTo>
                  <a:lnTo>
                    <a:pt x="186410" y="19753"/>
                  </a:lnTo>
                  <a:close/>
                </a:path>
                <a:path w="424814" h="228600">
                  <a:moveTo>
                    <a:pt x="137655" y="8742"/>
                  </a:moveTo>
                  <a:lnTo>
                    <a:pt x="127205" y="8742"/>
                  </a:lnTo>
                  <a:lnTo>
                    <a:pt x="127205" y="79432"/>
                  </a:lnTo>
                  <a:lnTo>
                    <a:pt x="137655" y="79432"/>
                  </a:lnTo>
                  <a:lnTo>
                    <a:pt x="137655" y="8742"/>
                  </a:lnTo>
                  <a:close/>
                </a:path>
                <a:path w="424814" h="228600">
                  <a:moveTo>
                    <a:pt x="210905" y="62758"/>
                  </a:moveTo>
                  <a:lnTo>
                    <a:pt x="201826" y="62758"/>
                  </a:lnTo>
                  <a:lnTo>
                    <a:pt x="200029" y="68760"/>
                  </a:lnTo>
                  <a:lnTo>
                    <a:pt x="195016" y="73155"/>
                  </a:lnTo>
                  <a:lnTo>
                    <a:pt x="205127" y="73155"/>
                  </a:lnTo>
                  <a:lnTo>
                    <a:pt x="208054" y="70017"/>
                  </a:lnTo>
                  <a:lnTo>
                    <a:pt x="210905" y="62758"/>
                  </a:lnTo>
                  <a:close/>
                </a:path>
                <a:path w="424814" h="228600">
                  <a:moveTo>
                    <a:pt x="205360" y="27362"/>
                  </a:moveTo>
                  <a:lnTo>
                    <a:pt x="197049" y="27362"/>
                  </a:lnTo>
                  <a:lnTo>
                    <a:pt x="201967" y="34498"/>
                  </a:lnTo>
                  <a:lnTo>
                    <a:pt x="201967" y="46643"/>
                  </a:lnTo>
                  <a:lnTo>
                    <a:pt x="211472" y="46643"/>
                  </a:lnTo>
                  <a:lnTo>
                    <a:pt x="211472" y="45178"/>
                  </a:lnTo>
                  <a:lnTo>
                    <a:pt x="209945" y="35404"/>
                  </a:lnTo>
                  <a:lnTo>
                    <a:pt x="209825" y="35065"/>
                  </a:lnTo>
                  <a:lnTo>
                    <a:pt x="205360" y="27362"/>
                  </a:lnTo>
                  <a:close/>
                </a:path>
                <a:path w="424814" h="228600">
                  <a:moveTo>
                    <a:pt x="161489" y="0"/>
                  </a:moveTo>
                  <a:lnTo>
                    <a:pt x="103372" y="0"/>
                  </a:lnTo>
                  <a:lnTo>
                    <a:pt x="103372" y="8742"/>
                  </a:lnTo>
                  <a:lnTo>
                    <a:pt x="161489" y="8742"/>
                  </a:lnTo>
                  <a:lnTo>
                    <a:pt x="161489" y="0"/>
                  </a:lnTo>
                  <a:close/>
                </a:path>
                <a:path w="424814" h="228600">
                  <a:moveTo>
                    <a:pt x="231333" y="21124"/>
                  </a:moveTo>
                  <a:lnTo>
                    <a:pt x="220788" y="21124"/>
                  </a:lnTo>
                  <a:lnTo>
                    <a:pt x="240507" y="49809"/>
                  </a:lnTo>
                  <a:lnTo>
                    <a:pt x="219984" y="79393"/>
                  </a:lnTo>
                  <a:lnTo>
                    <a:pt x="230766" y="79393"/>
                  </a:lnTo>
                  <a:lnTo>
                    <a:pt x="245756" y="57276"/>
                  </a:lnTo>
                  <a:lnTo>
                    <a:pt x="256043" y="57276"/>
                  </a:lnTo>
                  <a:lnTo>
                    <a:pt x="250863" y="49809"/>
                  </a:lnTo>
                  <a:lnTo>
                    <a:pt x="256094" y="42201"/>
                  </a:lnTo>
                  <a:lnTo>
                    <a:pt x="245756" y="42201"/>
                  </a:lnTo>
                  <a:lnTo>
                    <a:pt x="231333" y="21124"/>
                  </a:lnTo>
                  <a:close/>
                </a:path>
                <a:path w="424814" h="228600">
                  <a:moveTo>
                    <a:pt x="256043" y="57276"/>
                  </a:moveTo>
                  <a:lnTo>
                    <a:pt x="245756" y="57276"/>
                  </a:lnTo>
                  <a:lnTo>
                    <a:pt x="260747" y="79393"/>
                  </a:lnTo>
                  <a:lnTo>
                    <a:pt x="271387" y="79393"/>
                  </a:lnTo>
                  <a:lnTo>
                    <a:pt x="256043" y="57276"/>
                  </a:lnTo>
                  <a:close/>
                </a:path>
                <a:path w="424814" h="228600">
                  <a:moveTo>
                    <a:pt x="270583" y="21124"/>
                  </a:moveTo>
                  <a:lnTo>
                    <a:pt x="260037" y="21124"/>
                  </a:lnTo>
                  <a:lnTo>
                    <a:pt x="245756" y="42201"/>
                  </a:lnTo>
                  <a:lnTo>
                    <a:pt x="256094" y="42201"/>
                  </a:lnTo>
                  <a:lnTo>
                    <a:pt x="270583" y="21124"/>
                  </a:lnTo>
                  <a:close/>
                </a:path>
                <a:path w="424814" h="228600">
                  <a:moveTo>
                    <a:pt x="297915" y="29394"/>
                  </a:moveTo>
                  <a:lnTo>
                    <a:pt x="287701" y="29394"/>
                  </a:lnTo>
                  <a:lnTo>
                    <a:pt x="287701" y="73628"/>
                  </a:lnTo>
                  <a:lnTo>
                    <a:pt x="292477" y="79393"/>
                  </a:lnTo>
                  <a:lnTo>
                    <a:pt x="311771" y="79393"/>
                  </a:lnTo>
                  <a:lnTo>
                    <a:pt x="311771" y="71123"/>
                  </a:lnTo>
                  <a:lnTo>
                    <a:pt x="299854" y="71123"/>
                  </a:lnTo>
                  <a:lnTo>
                    <a:pt x="297915" y="68854"/>
                  </a:lnTo>
                  <a:lnTo>
                    <a:pt x="297915" y="29394"/>
                  </a:lnTo>
                  <a:close/>
                </a:path>
                <a:path w="424814" h="228600">
                  <a:moveTo>
                    <a:pt x="312244" y="21124"/>
                  </a:moveTo>
                  <a:lnTo>
                    <a:pt x="278196" y="21124"/>
                  </a:lnTo>
                  <a:lnTo>
                    <a:pt x="278196" y="29394"/>
                  </a:lnTo>
                  <a:lnTo>
                    <a:pt x="312244" y="29394"/>
                  </a:lnTo>
                  <a:lnTo>
                    <a:pt x="312244" y="21124"/>
                  </a:lnTo>
                  <a:close/>
                </a:path>
                <a:path w="424814" h="228600">
                  <a:moveTo>
                    <a:pt x="297915" y="4536"/>
                  </a:moveTo>
                  <a:lnTo>
                    <a:pt x="287701" y="4536"/>
                  </a:lnTo>
                  <a:lnTo>
                    <a:pt x="287701" y="21124"/>
                  </a:lnTo>
                  <a:lnTo>
                    <a:pt x="297915" y="21124"/>
                  </a:lnTo>
                  <a:lnTo>
                    <a:pt x="297915" y="4536"/>
                  </a:lnTo>
                  <a:close/>
                </a:path>
                <a:path w="424814" h="228600">
                  <a:moveTo>
                    <a:pt x="53151" y="147445"/>
                  </a:moveTo>
                  <a:lnTo>
                    <a:pt x="0" y="147445"/>
                  </a:lnTo>
                  <a:lnTo>
                    <a:pt x="0" y="226838"/>
                  </a:lnTo>
                  <a:lnTo>
                    <a:pt x="53246" y="226838"/>
                  </a:lnTo>
                  <a:lnTo>
                    <a:pt x="53246" y="218143"/>
                  </a:lnTo>
                  <a:lnTo>
                    <a:pt x="10450" y="218143"/>
                  </a:lnTo>
                  <a:lnTo>
                    <a:pt x="10450" y="191017"/>
                  </a:lnTo>
                  <a:lnTo>
                    <a:pt x="49841" y="191017"/>
                  </a:lnTo>
                  <a:lnTo>
                    <a:pt x="49841" y="182274"/>
                  </a:lnTo>
                  <a:lnTo>
                    <a:pt x="10450" y="182274"/>
                  </a:lnTo>
                  <a:lnTo>
                    <a:pt x="10450" y="156187"/>
                  </a:lnTo>
                  <a:lnTo>
                    <a:pt x="53151" y="156187"/>
                  </a:lnTo>
                  <a:lnTo>
                    <a:pt x="53151" y="147445"/>
                  </a:lnTo>
                  <a:close/>
                </a:path>
                <a:path w="424814" h="228600">
                  <a:moveTo>
                    <a:pt x="77930" y="168569"/>
                  </a:moveTo>
                  <a:lnTo>
                    <a:pt x="68284" y="168569"/>
                  </a:lnTo>
                  <a:lnTo>
                    <a:pt x="68284" y="226838"/>
                  </a:lnTo>
                  <a:lnTo>
                    <a:pt x="78356" y="226838"/>
                  </a:lnTo>
                  <a:lnTo>
                    <a:pt x="78356" y="181470"/>
                  </a:lnTo>
                  <a:lnTo>
                    <a:pt x="82794" y="177879"/>
                  </a:lnTo>
                  <a:lnTo>
                    <a:pt x="77930" y="177879"/>
                  </a:lnTo>
                  <a:lnTo>
                    <a:pt x="77930" y="168569"/>
                  </a:lnTo>
                  <a:close/>
                </a:path>
                <a:path w="424814" h="228600">
                  <a:moveTo>
                    <a:pt x="113936" y="176036"/>
                  </a:moveTo>
                  <a:lnTo>
                    <a:pt x="103797" y="176036"/>
                  </a:lnTo>
                  <a:lnTo>
                    <a:pt x="107864" y="182274"/>
                  </a:lnTo>
                  <a:lnTo>
                    <a:pt x="107864" y="226838"/>
                  </a:lnTo>
                  <a:lnTo>
                    <a:pt x="118078" y="226838"/>
                  </a:lnTo>
                  <a:lnTo>
                    <a:pt x="118078" y="189977"/>
                  </a:lnTo>
                  <a:lnTo>
                    <a:pt x="116583" y="180496"/>
                  </a:lnTo>
                  <a:lnTo>
                    <a:pt x="113936" y="176036"/>
                  </a:lnTo>
                  <a:close/>
                </a:path>
                <a:path w="424814" h="228600">
                  <a:moveTo>
                    <a:pt x="96893" y="167198"/>
                  </a:moveTo>
                  <a:lnTo>
                    <a:pt x="87104" y="167198"/>
                  </a:lnTo>
                  <a:lnTo>
                    <a:pt x="80626" y="171499"/>
                  </a:lnTo>
                  <a:lnTo>
                    <a:pt x="77930" y="177879"/>
                  </a:lnTo>
                  <a:lnTo>
                    <a:pt x="82794" y="177879"/>
                  </a:lnTo>
                  <a:lnTo>
                    <a:pt x="85071" y="176036"/>
                  </a:lnTo>
                  <a:lnTo>
                    <a:pt x="113936" y="176036"/>
                  </a:lnTo>
                  <a:lnTo>
                    <a:pt x="112327" y="173324"/>
                  </a:lnTo>
                  <a:lnTo>
                    <a:pt x="105649" y="168784"/>
                  </a:lnTo>
                  <a:lnTo>
                    <a:pt x="96893" y="167198"/>
                  </a:lnTo>
                  <a:close/>
                </a:path>
                <a:path w="424814" h="228600">
                  <a:moveTo>
                    <a:pt x="158699" y="167198"/>
                  </a:moveTo>
                  <a:lnTo>
                    <a:pt x="147601" y="169149"/>
                  </a:lnTo>
                  <a:lnTo>
                    <a:pt x="139322" y="174547"/>
                  </a:lnTo>
                  <a:lnTo>
                    <a:pt x="134274" y="182510"/>
                  </a:lnTo>
                  <a:lnTo>
                    <a:pt x="134147" y="182709"/>
                  </a:lnTo>
                  <a:lnTo>
                    <a:pt x="132359" y="192954"/>
                  </a:lnTo>
                  <a:lnTo>
                    <a:pt x="132359" y="202453"/>
                  </a:lnTo>
                  <a:lnTo>
                    <a:pt x="134147" y="212698"/>
                  </a:lnTo>
                  <a:lnTo>
                    <a:pt x="139322" y="220860"/>
                  </a:lnTo>
                  <a:lnTo>
                    <a:pt x="147601" y="226258"/>
                  </a:lnTo>
                  <a:lnTo>
                    <a:pt x="158699" y="228209"/>
                  </a:lnTo>
                  <a:lnTo>
                    <a:pt x="168843" y="226507"/>
                  </a:lnTo>
                  <a:lnTo>
                    <a:pt x="176686" y="221829"/>
                  </a:lnTo>
                  <a:lnTo>
                    <a:pt x="177906" y="220175"/>
                  </a:lnTo>
                  <a:lnTo>
                    <a:pt x="147586" y="220175"/>
                  </a:lnTo>
                  <a:lnTo>
                    <a:pt x="142384" y="212897"/>
                  </a:lnTo>
                  <a:lnTo>
                    <a:pt x="142384" y="182510"/>
                  </a:lnTo>
                  <a:lnTo>
                    <a:pt x="147586" y="175232"/>
                  </a:lnTo>
                  <a:lnTo>
                    <a:pt x="177906" y="175232"/>
                  </a:lnTo>
                  <a:lnTo>
                    <a:pt x="176686" y="173578"/>
                  </a:lnTo>
                  <a:lnTo>
                    <a:pt x="168843" y="168900"/>
                  </a:lnTo>
                  <a:lnTo>
                    <a:pt x="158699" y="167198"/>
                  </a:lnTo>
                  <a:close/>
                </a:path>
                <a:path w="424814" h="228600">
                  <a:moveTo>
                    <a:pt x="183998" y="206092"/>
                  </a:moveTo>
                  <a:lnTo>
                    <a:pt x="174824" y="206092"/>
                  </a:lnTo>
                  <a:lnTo>
                    <a:pt x="173892" y="212698"/>
                  </a:lnTo>
                  <a:lnTo>
                    <a:pt x="173784" y="213464"/>
                  </a:lnTo>
                  <a:lnTo>
                    <a:pt x="169149" y="220175"/>
                  </a:lnTo>
                  <a:lnTo>
                    <a:pt x="177906" y="220175"/>
                  </a:lnTo>
                  <a:lnTo>
                    <a:pt x="181860" y="214811"/>
                  </a:lnTo>
                  <a:lnTo>
                    <a:pt x="183998" y="206092"/>
                  </a:lnTo>
                  <a:close/>
                </a:path>
                <a:path w="424814" h="228600">
                  <a:moveTo>
                    <a:pt x="177906" y="175232"/>
                  </a:moveTo>
                  <a:lnTo>
                    <a:pt x="169149" y="175232"/>
                  </a:lnTo>
                  <a:lnTo>
                    <a:pt x="173784" y="181943"/>
                  </a:lnTo>
                  <a:lnTo>
                    <a:pt x="174824" y="189315"/>
                  </a:lnTo>
                  <a:lnTo>
                    <a:pt x="183998" y="189315"/>
                  </a:lnTo>
                  <a:lnTo>
                    <a:pt x="181860" y="180596"/>
                  </a:lnTo>
                  <a:lnTo>
                    <a:pt x="177906" y="175232"/>
                  </a:lnTo>
                  <a:close/>
                </a:path>
                <a:path w="424814" h="228600">
                  <a:moveTo>
                    <a:pt x="222538" y="167198"/>
                  </a:moveTo>
                  <a:lnTo>
                    <a:pt x="211325" y="169211"/>
                  </a:lnTo>
                  <a:lnTo>
                    <a:pt x="203026" y="174718"/>
                  </a:lnTo>
                  <a:lnTo>
                    <a:pt x="197988" y="182746"/>
                  </a:lnTo>
                  <a:lnTo>
                    <a:pt x="197873" y="182929"/>
                  </a:lnTo>
                  <a:lnTo>
                    <a:pt x="196104" y="193049"/>
                  </a:lnTo>
                  <a:lnTo>
                    <a:pt x="196104" y="202358"/>
                  </a:lnTo>
                  <a:lnTo>
                    <a:pt x="197873" y="212518"/>
                  </a:lnTo>
                  <a:lnTo>
                    <a:pt x="203026" y="220724"/>
                  </a:lnTo>
                  <a:lnTo>
                    <a:pt x="211325" y="226210"/>
                  </a:lnTo>
                  <a:lnTo>
                    <a:pt x="222538" y="228209"/>
                  </a:lnTo>
                  <a:lnTo>
                    <a:pt x="233696" y="226210"/>
                  </a:lnTo>
                  <a:lnTo>
                    <a:pt x="241967" y="220724"/>
                  </a:lnTo>
                  <a:lnTo>
                    <a:pt x="242312" y="220175"/>
                  </a:lnTo>
                  <a:lnTo>
                    <a:pt x="211662" y="220175"/>
                  </a:lnTo>
                  <a:lnTo>
                    <a:pt x="205987" y="212803"/>
                  </a:lnTo>
                  <a:lnTo>
                    <a:pt x="205987" y="182746"/>
                  </a:lnTo>
                  <a:lnTo>
                    <a:pt x="211662" y="175374"/>
                  </a:lnTo>
                  <a:lnTo>
                    <a:pt x="242378" y="175374"/>
                  </a:lnTo>
                  <a:lnTo>
                    <a:pt x="241967" y="174718"/>
                  </a:lnTo>
                  <a:lnTo>
                    <a:pt x="233696" y="169211"/>
                  </a:lnTo>
                  <a:lnTo>
                    <a:pt x="222538" y="167198"/>
                  </a:lnTo>
                  <a:close/>
                </a:path>
                <a:path w="424814" h="228600">
                  <a:moveTo>
                    <a:pt x="242378" y="175374"/>
                  </a:moveTo>
                  <a:lnTo>
                    <a:pt x="233320" y="175374"/>
                  </a:lnTo>
                  <a:lnTo>
                    <a:pt x="238994" y="182746"/>
                  </a:lnTo>
                  <a:lnTo>
                    <a:pt x="238994" y="212803"/>
                  </a:lnTo>
                  <a:lnTo>
                    <a:pt x="233320" y="220175"/>
                  </a:lnTo>
                  <a:lnTo>
                    <a:pt x="242312" y="220175"/>
                  </a:lnTo>
                  <a:lnTo>
                    <a:pt x="247109" y="212518"/>
                  </a:lnTo>
                  <a:lnTo>
                    <a:pt x="248877" y="202358"/>
                  </a:lnTo>
                  <a:lnTo>
                    <a:pt x="248877" y="193049"/>
                  </a:lnTo>
                  <a:lnTo>
                    <a:pt x="247109" y="182929"/>
                  </a:lnTo>
                  <a:lnTo>
                    <a:pt x="242378" y="175374"/>
                  </a:lnTo>
                  <a:close/>
                </a:path>
                <a:path w="424814" h="228600">
                  <a:moveTo>
                    <a:pt x="293943" y="167198"/>
                  </a:moveTo>
                  <a:lnTo>
                    <a:pt x="260936" y="193190"/>
                  </a:lnTo>
                  <a:lnTo>
                    <a:pt x="260936" y="202264"/>
                  </a:lnTo>
                  <a:lnTo>
                    <a:pt x="294747" y="228209"/>
                  </a:lnTo>
                  <a:lnTo>
                    <a:pt x="301887" y="223341"/>
                  </a:lnTo>
                  <a:lnTo>
                    <a:pt x="303653" y="219938"/>
                  </a:lnTo>
                  <a:lnTo>
                    <a:pt x="276021" y="219938"/>
                  </a:lnTo>
                  <a:lnTo>
                    <a:pt x="271150" y="211905"/>
                  </a:lnTo>
                  <a:lnTo>
                    <a:pt x="271150" y="183550"/>
                  </a:lnTo>
                  <a:lnTo>
                    <a:pt x="276825" y="175469"/>
                  </a:lnTo>
                  <a:lnTo>
                    <a:pt x="303262" y="175469"/>
                  </a:lnTo>
                  <a:lnTo>
                    <a:pt x="300563" y="171168"/>
                  </a:lnTo>
                  <a:lnTo>
                    <a:pt x="293943" y="167198"/>
                  </a:lnTo>
                  <a:close/>
                </a:path>
                <a:path w="424814" h="228600">
                  <a:moveTo>
                    <a:pt x="314182" y="218237"/>
                  </a:moveTo>
                  <a:lnTo>
                    <a:pt x="304536" y="218237"/>
                  </a:lnTo>
                  <a:lnTo>
                    <a:pt x="304536" y="226838"/>
                  </a:lnTo>
                  <a:lnTo>
                    <a:pt x="314182" y="226838"/>
                  </a:lnTo>
                  <a:lnTo>
                    <a:pt x="314182" y="218237"/>
                  </a:lnTo>
                  <a:close/>
                </a:path>
                <a:path w="424814" h="228600">
                  <a:moveTo>
                    <a:pt x="303262" y="175469"/>
                  </a:moveTo>
                  <a:lnTo>
                    <a:pt x="296355" y="175469"/>
                  </a:lnTo>
                  <a:lnTo>
                    <a:pt x="304063" y="182274"/>
                  </a:lnTo>
                  <a:lnTo>
                    <a:pt x="304063" y="211905"/>
                  </a:lnTo>
                  <a:lnTo>
                    <a:pt x="298057" y="219938"/>
                  </a:lnTo>
                  <a:lnTo>
                    <a:pt x="303653" y="219938"/>
                  </a:lnTo>
                  <a:lnTo>
                    <a:pt x="304536" y="218237"/>
                  </a:lnTo>
                  <a:lnTo>
                    <a:pt x="314182" y="218237"/>
                  </a:lnTo>
                  <a:lnTo>
                    <a:pt x="314182" y="176745"/>
                  </a:lnTo>
                  <a:lnTo>
                    <a:pt x="304063" y="176745"/>
                  </a:lnTo>
                  <a:lnTo>
                    <a:pt x="303262" y="175469"/>
                  </a:lnTo>
                  <a:close/>
                </a:path>
                <a:path w="424814" h="228600">
                  <a:moveTo>
                    <a:pt x="314182" y="144042"/>
                  </a:moveTo>
                  <a:lnTo>
                    <a:pt x="304063" y="144042"/>
                  </a:lnTo>
                  <a:lnTo>
                    <a:pt x="304063" y="176745"/>
                  </a:lnTo>
                  <a:lnTo>
                    <a:pt x="314182" y="176745"/>
                  </a:lnTo>
                  <a:lnTo>
                    <a:pt x="314182" y="144042"/>
                  </a:lnTo>
                  <a:close/>
                </a:path>
                <a:path w="424814" h="228600">
                  <a:moveTo>
                    <a:pt x="354756" y="167198"/>
                  </a:moveTo>
                  <a:lnTo>
                    <a:pt x="343315" y="169177"/>
                  </a:lnTo>
                  <a:lnTo>
                    <a:pt x="343590" y="169177"/>
                  </a:lnTo>
                  <a:lnTo>
                    <a:pt x="335557" y="174594"/>
                  </a:lnTo>
                  <a:lnTo>
                    <a:pt x="330864" y="182510"/>
                  </a:lnTo>
                  <a:lnTo>
                    <a:pt x="330769" y="182670"/>
                  </a:lnTo>
                  <a:lnTo>
                    <a:pt x="330663" y="182849"/>
                  </a:lnTo>
                  <a:lnTo>
                    <a:pt x="328984" y="193616"/>
                  </a:lnTo>
                  <a:lnTo>
                    <a:pt x="355087" y="228209"/>
                  </a:lnTo>
                  <a:lnTo>
                    <a:pt x="363823" y="226877"/>
                  </a:lnTo>
                  <a:lnTo>
                    <a:pt x="371106" y="223158"/>
                  </a:lnTo>
                  <a:lnTo>
                    <a:pt x="373492" y="220600"/>
                  </a:lnTo>
                  <a:lnTo>
                    <a:pt x="343643" y="220600"/>
                  </a:lnTo>
                  <a:lnTo>
                    <a:pt x="338867" y="212897"/>
                  </a:lnTo>
                  <a:lnTo>
                    <a:pt x="338867" y="201697"/>
                  </a:lnTo>
                  <a:lnTo>
                    <a:pt x="379818" y="201697"/>
                  </a:lnTo>
                  <a:lnTo>
                    <a:pt x="379818" y="194088"/>
                  </a:lnTo>
                  <a:lnTo>
                    <a:pt x="338867" y="194088"/>
                  </a:lnTo>
                  <a:lnTo>
                    <a:pt x="338867" y="182510"/>
                  </a:lnTo>
                  <a:lnTo>
                    <a:pt x="343075" y="174807"/>
                  </a:lnTo>
                  <a:lnTo>
                    <a:pt x="373706" y="174807"/>
                  </a:lnTo>
                  <a:lnTo>
                    <a:pt x="373582" y="174594"/>
                  </a:lnTo>
                  <a:lnTo>
                    <a:pt x="365754" y="169177"/>
                  </a:lnTo>
                  <a:lnTo>
                    <a:pt x="354756" y="167198"/>
                  </a:lnTo>
                  <a:close/>
                </a:path>
                <a:path w="424814" h="228600">
                  <a:moveTo>
                    <a:pt x="379251" y="210203"/>
                  </a:moveTo>
                  <a:lnTo>
                    <a:pt x="370172" y="210203"/>
                  </a:lnTo>
                  <a:lnTo>
                    <a:pt x="368375" y="216205"/>
                  </a:lnTo>
                  <a:lnTo>
                    <a:pt x="363362" y="220600"/>
                  </a:lnTo>
                  <a:lnTo>
                    <a:pt x="373492" y="220600"/>
                  </a:lnTo>
                  <a:lnTo>
                    <a:pt x="376420" y="217463"/>
                  </a:lnTo>
                  <a:lnTo>
                    <a:pt x="379251" y="210203"/>
                  </a:lnTo>
                  <a:close/>
                </a:path>
                <a:path w="424814" h="228600">
                  <a:moveTo>
                    <a:pt x="373706" y="174807"/>
                  </a:moveTo>
                  <a:lnTo>
                    <a:pt x="365443" y="174807"/>
                  </a:lnTo>
                  <a:lnTo>
                    <a:pt x="370314" y="181943"/>
                  </a:lnTo>
                  <a:lnTo>
                    <a:pt x="370314" y="194088"/>
                  </a:lnTo>
                  <a:lnTo>
                    <a:pt x="379818" y="194088"/>
                  </a:lnTo>
                  <a:lnTo>
                    <a:pt x="379818" y="192623"/>
                  </a:lnTo>
                  <a:lnTo>
                    <a:pt x="378291" y="182849"/>
                  </a:lnTo>
                  <a:lnTo>
                    <a:pt x="378171" y="182510"/>
                  </a:lnTo>
                  <a:lnTo>
                    <a:pt x="373706" y="174807"/>
                  </a:lnTo>
                  <a:close/>
                </a:path>
                <a:path w="424814" h="228600">
                  <a:moveTo>
                    <a:pt x="404314" y="168569"/>
                  </a:moveTo>
                  <a:lnTo>
                    <a:pt x="394762" y="168569"/>
                  </a:lnTo>
                  <a:lnTo>
                    <a:pt x="394762" y="226838"/>
                  </a:lnTo>
                  <a:lnTo>
                    <a:pt x="404881" y="226838"/>
                  </a:lnTo>
                  <a:lnTo>
                    <a:pt x="404881" y="198625"/>
                  </a:lnTo>
                  <a:lnTo>
                    <a:pt x="406099" y="189502"/>
                  </a:lnTo>
                  <a:lnTo>
                    <a:pt x="409586" y="183024"/>
                  </a:lnTo>
                  <a:lnTo>
                    <a:pt x="411801" y="181470"/>
                  </a:lnTo>
                  <a:lnTo>
                    <a:pt x="404314" y="181470"/>
                  </a:lnTo>
                  <a:lnTo>
                    <a:pt x="404314" y="168569"/>
                  </a:lnTo>
                  <a:close/>
                </a:path>
                <a:path w="424814" h="228600">
                  <a:moveTo>
                    <a:pt x="424411" y="168238"/>
                  </a:moveTo>
                  <a:lnTo>
                    <a:pt x="412826" y="168238"/>
                  </a:lnTo>
                  <a:lnTo>
                    <a:pt x="406347" y="172633"/>
                  </a:lnTo>
                  <a:lnTo>
                    <a:pt x="404314" y="181470"/>
                  </a:lnTo>
                  <a:lnTo>
                    <a:pt x="411801" y="181470"/>
                  </a:lnTo>
                  <a:lnTo>
                    <a:pt x="415095" y="179160"/>
                  </a:lnTo>
                  <a:lnTo>
                    <a:pt x="422378" y="177879"/>
                  </a:lnTo>
                  <a:lnTo>
                    <a:pt x="424411" y="177879"/>
                  </a:lnTo>
                  <a:lnTo>
                    <a:pt x="424411" y="1682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685051" y="2784055"/>
              <a:ext cx="908050" cy="454025"/>
            </a:xfrm>
            <a:custGeom>
              <a:avLst/>
              <a:gdLst/>
              <a:ahLst/>
              <a:cxnLst/>
              <a:rect l="l" t="t" r="r" b="b"/>
              <a:pathLst>
                <a:path w="908050" h="454025">
                  <a:moveTo>
                    <a:pt x="907923" y="0"/>
                  </a:moveTo>
                  <a:lnTo>
                    <a:pt x="453961" y="0"/>
                  </a:lnTo>
                  <a:lnTo>
                    <a:pt x="0" y="0"/>
                  </a:lnTo>
                  <a:lnTo>
                    <a:pt x="0" y="453682"/>
                  </a:lnTo>
                  <a:lnTo>
                    <a:pt x="453961" y="453682"/>
                  </a:lnTo>
                  <a:lnTo>
                    <a:pt x="907923" y="453682"/>
                  </a:lnTo>
                  <a:lnTo>
                    <a:pt x="907923" y="0"/>
                  </a:lnTo>
                  <a:close/>
                </a:path>
              </a:pathLst>
            </a:custGeom>
            <a:solidFill>
              <a:srgbClr val="DC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139019" y="2784053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92986" y="2784053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DC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592986" y="2784053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046716" y="2784053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DC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046716" y="2784053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500683" y="2784053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DC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500683" y="2784053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79028" y="2962688"/>
              <a:ext cx="85402" cy="12192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32995" y="2962689"/>
              <a:ext cx="95664" cy="12192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87104" y="2962689"/>
              <a:ext cx="99305" cy="12324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89363" y="2962689"/>
              <a:ext cx="113964" cy="121925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8704968" y="2696153"/>
              <a:ext cx="45720" cy="81280"/>
            </a:xfrm>
            <a:custGeom>
              <a:avLst/>
              <a:gdLst/>
              <a:ahLst/>
              <a:cxnLst/>
              <a:rect l="l" t="t" r="r" b="b"/>
              <a:pathLst>
                <a:path w="45720" h="81280">
                  <a:moveTo>
                    <a:pt x="45396" y="0"/>
                  </a:moveTo>
                  <a:lnTo>
                    <a:pt x="0" y="0"/>
                  </a:lnTo>
                  <a:lnTo>
                    <a:pt x="22698" y="80669"/>
                  </a:lnTo>
                  <a:lnTo>
                    <a:pt x="453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757312" y="2438124"/>
              <a:ext cx="970915" cy="266700"/>
            </a:xfrm>
            <a:custGeom>
              <a:avLst/>
              <a:gdLst/>
              <a:ahLst/>
              <a:cxnLst/>
              <a:rect l="l" t="t" r="r" b="b"/>
              <a:pathLst>
                <a:path w="970915" h="266700">
                  <a:moveTo>
                    <a:pt x="0" y="0"/>
                  </a:moveTo>
                  <a:lnTo>
                    <a:pt x="913608" y="0"/>
                  </a:lnTo>
                  <a:lnTo>
                    <a:pt x="953862" y="16623"/>
                  </a:lnTo>
                  <a:lnTo>
                    <a:pt x="970354" y="56709"/>
                  </a:lnTo>
                  <a:lnTo>
                    <a:pt x="970354" y="266535"/>
                  </a:lnTo>
                </a:path>
              </a:pathLst>
            </a:custGeom>
            <a:ln w="85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889331" y="2696158"/>
              <a:ext cx="953135" cy="81280"/>
            </a:xfrm>
            <a:custGeom>
              <a:avLst/>
              <a:gdLst/>
              <a:ahLst/>
              <a:cxnLst/>
              <a:rect l="l" t="t" r="r" b="b"/>
              <a:pathLst>
                <a:path w="953134" h="81280">
                  <a:moveTo>
                    <a:pt x="45402" y="0"/>
                  </a:moveTo>
                  <a:lnTo>
                    <a:pt x="0" y="0"/>
                  </a:lnTo>
                  <a:lnTo>
                    <a:pt x="22694" y="80670"/>
                  </a:lnTo>
                  <a:lnTo>
                    <a:pt x="45402" y="0"/>
                  </a:lnTo>
                  <a:close/>
                </a:path>
                <a:path w="953134" h="81280">
                  <a:moveTo>
                    <a:pt x="499364" y="0"/>
                  </a:moveTo>
                  <a:lnTo>
                    <a:pt x="453961" y="0"/>
                  </a:lnTo>
                  <a:lnTo>
                    <a:pt x="476669" y="80670"/>
                  </a:lnTo>
                  <a:lnTo>
                    <a:pt x="499364" y="0"/>
                  </a:lnTo>
                  <a:close/>
                </a:path>
                <a:path w="953134" h="81280">
                  <a:moveTo>
                    <a:pt x="953096" y="0"/>
                  </a:moveTo>
                  <a:lnTo>
                    <a:pt x="907694" y="0"/>
                  </a:lnTo>
                  <a:lnTo>
                    <a:pt x="930402" y="80670"/>
                  </a:lnTo>
                  <a:lnTo>
                    <a:pt x="9530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849615" y="2438124"/>
              <a:ext cx="970280" cy="266700"/>
            </a:xfrm>
            <a:custGeom>
              <a:avLst/>
              <a:gdLst/>
              <a:ahLst/>
              <a:cxnLst/>
              <a:rect l="l" t="t" r="r" b="b"/>
              <a:pathLst>
                <a:path w="970279" h="266700">
                  <a:moveTo>
                    <a:pt x="73769" y="0"/>
                  </a:moveTo>
                  <a:lnTo>
                    <a:pt x="913371" y="0"/>
                  </a:lnTo>
                  <a:lnTo>
                    <a:pt x="953625" y="16623"/>
                  </a:lnTo>
                  <a:lnTo>
                    <a:pt x="970117" y="56709"/>
                  </a:lnTo>
                  <a:lnTo>
                    <a:pt x="970117" y="266535"/>
                  </a:lnTo>
                </a:path>
                <a:path w="970279" h="266700">
                  <a:moveTo>
                    <a:pt x="0" y="0"/>
                  </a:moveTo>
                  <a:lnTo>
                    <a:pt x="459641" y="0"/>
                  </a:lnTo>
                  <a:lnTo>
                    <a:pt x="499771" y="16623"/>
                  </a:lnTo>
                  <a:lnTo>
                    <a:pt x="516387" y="56709"/>
                  </a:lnTo>
                  <a:lnTo>
                    <a:pt x="516387" y="266535"/>
                  </a:lnTo>
                </a:path>
              </a:pathLst>
            </a:custGeom>
            <a:ln w="8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237284" y="2602026"/>
              <a:ext cx="67945" cy="426720"/>
            </a:xfrm>
            <a:custGeom>
              <a:avLst/>
              <a:gdLst/>
              <a:ahLst/>
              <a:cxnLst/>
              <a:rect l="l" t="t" r="r" b="b"/>
              <a:pathLst>
                <a:path w="67945" h="426719">
                  <a:moveTo>
                    <a:pt x="12763" y="416623"/>
                  </a:moveTo>
                  <a:lnTo>
                    <a:pt x="10401" y="413981"/>
                  </a:lnTo>
                  <a:lnTo>
                    <a:pt x="2362" y="413981"/>
                  </a:lnTo>
                  <a:lnTo>
                    <a:pt x="0" y="416623"/>
                  </a:lnTo>
                  <a:lnTo>
                    <a:pt x="0" y="424091"/>
                  </a:lnTo>
                  <a:lnTo>
                    <a:pt x="2832" y="426593"/>
                  </a:lnTo>
                  <a:lnTo>
                    <a:pt x="9931" y="426593"/>
                  </a:lnTo>
                  <a:lnTo>
                    <a:pt x="12763" y="424091"/>
                  </a:lnTo>
                  <a:lnTo>
                    <a:pt x="12763" y="416623"/>
                  </a:lnTo>
                  <a:close/>
                </a:path>
                <a:path w="67945" h="426719">
                  <a:moveTo>
                    <a:pt x="12763" y="2641"/>
                  </a:moveTo>
                  <a:lnTo>
                    <a:pt x="10401" y="0"/>
                  </a:lnTo>
                  <a:lnTo>
                    <a:pt x="2362" y="0"/>
                  </a:lnTo>
                  <a:lnTo>
                    <a:pt x="0" y="2641"/>
                  </a:lnTo>
                  <a:lnTo>
                    <a:pt x="0" y="10109"/>
                  </a:lnTo>
                  <a:lnTo>
                    <a:pt x="2832" y="12611"/>
                  </a:lnTo>
                  <a:lnTo>
                    <a:pt x="9931" y="12611"/>
                  </a:lnTo>
                  <a:lnTo>
                    <a:pt x="12763" y="10109"/>
                  </a:lnTo>
                  <a:lnTo>
                    <a:pt x="12763" y="2641"/>
                  </a:lnTo>
                  <a:close/>
                </a:path>
                <a:path w="67945" h="426719">
                  <a:moveTo>
                    <a:pt x="40195" y="416623"/>
                  </a:moveTo>
                  <a:lnTo>
                    <a:pt x="37833" y="413981"/>
                  </a:lnTo>
                  <a:lnTo>
                    <a:pt x="29794" y="413981"/>
                  </a:lnTo>
                  <a:lnTo>
                    <a:pt x="27432" y="416623"/>
                  </a:lnTo>
                  <a:lnTo>
                    <a:pt x="27432" y="424091"/>
                  </a:lnTo>
                  <a:lnTo>
                    <a:pt x="30264" y="426593"/>
                  </a:lnTo>
                  <a:lnTo>
                    <a:pt x="37350" y="426593"/>
                  </a:lnTo>
                  <a:lnTo>
                    <a:pt x="40195" y="424091"/>
                  </a:lnTo>
                  <a:lnTo>
                    <a:pt x="40195" y="416623"/>
                  </a:lnTo>
                  <a:close/>
                </a:path>
                <a:path w="67945" h="426719">
                  <a:moveTo>
                    <a:pt x="40195" y="2641"/>
                  </a:moveTo>
                  <a:lnTo>
                    <a:pt x="37833" y="0"/>
                  </a:lnTo>
                  <a:lnTo>
                    <a:pt x="29794" y="0"/>
                  </a:lnTo>
                  <a:lnTo>
                    <a:pt x="27432" y="2641"/>
                  </a:lnTo>
                  <a:lnTo>
                    <a:pt x="27432" y="10109"/>
                  </a:lnTo>
                  <a:lnTo>
                    <a:pt x="30264" y="12611"/>
                  </a:lnTo>
                  <a:lnTo>
                    <a:pt x="37350" y="12611"/>
                  </a:lnTo>
                  <a:lnTo>
                    <a:pt x="40195" y="10109"/>
                  </a:lnTo>
                  <a:lnTo>
                    <a:pt x="40195" y="2641"/>
                  </a:lnTo>
                  <a:close/>
                </a:path>
                <a:path w="67945" h="426719">
                  <a:moveTo>
                    <a:pt x="67614" y="416623"/>
                  </a:moveTo>
                  <a:lnTo>
                    <a:pt x="65252" y="413981"/>
                  </a:lnTo>
                  <a:lnTo>
                    <a:pt x="57213" y="413981"/>
                  </a:lnTo>
                  <a:lnTo>
                    <a:pt x="54851" y="416623"/>
                  </a:lnTo>
                  <a:lnTo>
                    <a:pt x="54851" y="424091"/>
                  </a:lnTo>
                  <a:lnTo>
                    <a:pt x="57696" y="426593"/>
                  </a:lnTo>
                  <a:lnTo>
                    <a:pt x="65252" y="426593"/>
                  </a:lnTo>
                  <a:lnTo>
                    <a:pt x="67614" y="424091"/>
                  </a:lnTo>
                  <a:lnTo>
                    <a:pt x="67614" y="416623"/>
                  </a:lnTo>
                  <a:close/>
                </a:path>
                <a:path w="67945" h="426719">
                  <a:moveTo>
                    <a:pt x="67614" y="2641"/>
                  </a:moveTo>
                  <a:lnTo>
                    <a:pt x="65252" y="0"/>
                  </a:lnTo>
                  <a:lnTo>
                    <a:pt x="57213" y="0"/>
                  </a:lnTo>
                  <a:lnTo>
                    <a:pt x="54851" y="2641"/>
                  </a:lnTo>
                  <a:lnTo>
                    <a:pt x="54851" y="10109"/>
                  </a:lnTo>
                  <a:lnTo>
                    <a:pt x="57696" y="12611"/>
                  </a:lnTo>
                  <a:lnTo>
                    <a:pt x="65252" y="12611"/>
                  </a:lnTo>
                  <a:lnTo>
                    <a:pt x="67614" y="10109"/>
                  </a:lnTo>
                  <a:lnTo>
                    <a:pt x="67614" y="26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3093042" y="3351150"/>
            <a:ext cx="3484245" cy="2274570"/>
            <a:chOff x="3093042" y="3351150"/>
            <a:chExt cx="3484245" cy="2274570"/>
          </a:xfrm>
        </p:grpSpPr>
        <p:sp>
          <p:nvSpPr>
            <p:cNvPr id="84" name="object 84"/>
            <p:cNvSpPr/>
            <p:nvPr/>
          </p:nvSpPr>
          <p:spPr>
            <a:xfrm>
              <a:off x="3756966" y="4474001"/>
              <a:ext cx="692785" cy="0"/>
            </a:xfrm>
            <a:custGeom>
              <a:avLst/>
              <a:gdLst/>
              <a:ahLst/>
              <a:cxnLst/>
              <a:rect l="l" t="t" r="r" b="b"/>
              <a:pathLst>
                <a:path w="692785">
                  <a:moveTo>
                    <a:pt x="0" y="0"/>
                  </a:moveTo>
                  <a:lnTo>
                    <a:pt x="346149" y="0"/>
                  </a:lnTo>
                  <a:lnTo>
                    <a:pt x="692299" y="0"/>
                  </a:lnTo>
                </a:path>
              </a:pathLst>
            </a:custGeom>
            <a:ln w="85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429405" y="4451317"/>
              <a:ext cx="81280" cy="45720"/>
            </a:xfrm>
            <a:custGeom>
              <a:avLst/>
              <a:gdLst/>
              <a:ahLst/>
              <a:cxnLst/>
              <a:rect l="l" t="t" r="r" b="b"/>
              <a:pathLst>
                <a:path w="81279" h="45720">
                  <a:moveTo>
                    <a:pt x="0" y="0"/>
                  </a:moveTo>
                  <a:lnTo>
                    <a:pt x="0" y="45367"/>
                  </a:lnTo>
                  <a:lnTo>
                    <a:pt x="80720" y="22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396921" y="4474001"/>
              <a:ext cx="641350" cy="0"/>
            </a:xfrm>
            <a:custGeom>
              <a:avLst/>
              <a:gdLst/>
              <a:ahLst/>
              <a:cxnLst/>
              <a:rect l="l" t="t" r="r" b="b"/>
              <a:pathLst>
                <a:path w="641350">
                  <a:moveTo>
                    <a:pt x="0" y="0"/>
                  </a:moveTo>
                  <a:lnTo>
                    <a:pt x="519224" y="0"/>
                  </a:lnTo>
                  <a:lnTo>
                    <a:pt x="641228" y="0"/>
                  </a:lnTo>
                </a:path>
              </a:pathLst>
            </a:custGeom>
            <a:ln w="85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029630" y="3555313"/>
              <a:ext cx="81280" cy="1860550"/>
            </a:xfrm>
            <a:custGeom>
              <a:avLst/>
              <a:gdLst/>
              <a:ahLst/>
              <a:cxnLst/>
              <a:rect l="l" t="t" r="r" b="b"/>
              <a:pathLst>
                <a:path w="81279" h="1860550">
                  <a:moveTo>
                    <a:pt x="80721" y="1837410"/>
                  </a:moveTo>
                  <a:lnTo>
                    <a:pt x="0" y="1814728"/>
                  </a:lnTo>
                  <a:lnTo>
                    <a:pt x="0" y="1860092"/>
                  </a:lnTo>
                  <a:lnTo>
                    <a:pt x="80721" y="1837410"/>
                  </a:lnTo>
                  <a:close/>
                </a:path>
                <a:path w="81279" h="1860550">
                  <a:moveTo>
                    <a:pt x="80721" y="918692"/>
                  </a:moveTo>
                  <a:lnTo>
                    <a:pt x="0" y="896010"/>
                  </a:lnTo>
                  <a:lnTo>
                    <a:pt x="0" y="941374"/>
                  </a:lnTo>
                  <a:lnTo>
                    <a:pt x="80721" y="918692"/>
                  </a:lnTo>
                  <a:close/>
                </a:path>
                <a:path w="81279" h="1860550">
                  <a:moveTo>
                    <a:pt x="80721" y="476364"/>
                  </a:moveTo>
                  <a:lnTo>
                    <a:pt x="0" y="453669"/>
                  </a:lnTo>
                  <a:lnTo>
                    <a:pt x="0" y="499046"/>
                  </a:lnTo>
                  <a:lnTo>
                    <a:pt x="80721" y="476364"/>
                  </a:lnTo>
                  <a:close/>
                </a:path>
                <a:path w="81279" h="1860550">
                  <a:moveTo>
                    <a:pt x="80721" y="22682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80721" y="226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511686" y="3918246"/>
              <a:ext cx="908050" cy="1134745"/>
            </a:xfrm>
            <a:custGeom>
              <a:avLst/>
              <a:gdLst/>
              <a:ahLst/>
              <a:cxnLst/>
              <a:rect l="l" t="t" r="r" b="b"/>
              <a:pathLst>
                <a:path w="908050" h="1134745">
                  <a:moveTo>
                    <a:pt x="0" y="0"/>
                  </a:moveTo>
                  <a:lnTo>
                    <a:pt x="0" y="1134193"/>
                  </a:lnTo>
                  <a:lnTo>
                    <a:pt x="907933" y="945161"/>
                  </a:lnTo>
                  <a:lnTo>
                    <a:pt x="907933" y="189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F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511686" y="3918246"/>
              <a:ext cx="908050" cy="1134745"/>
            </a:xfrm>
            <a:custGeom>
              <a:avLst/>
              <a:gdLst/>
              <a:ahLst/>
              <a:cxnLst/>
              <a:rect l="l" t="t" r="r" b="b"/>
              <a:pathLst>
                <a:path w="908050" h="1134745">
                  <a:moveTo>
                    <a:pt x="0" y="0"/>
                  </a:moveTo>
                  <a:lnTo>
                    <a:pt x="907933" y="189032"/>
                  </a:lnTo>
                  <a:lnTo>
                    <a:pt x="907933" y="945161"/>
                  </a:lnTo>
                  <a:lnTo>
                    <a:pt x="0" y="1134193"/>
                  </a:lnTo>
                  <a:lnTo>
                    <a:pt x="0" y="0"/>
                  </a:lnTo>
                  <a:close/>
                </a:path>
              </a:pathLst>
            </a:custGeom>
            <a:ln w="113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754275" y="4366253"/>
              <a:ext cx="424815" cy="228600"/>
            </a:xfrm>
            <a:custGeom>
              <a:avLst/>
              <a:gdLst/>
              <a:ahLst/>
              <a:cxnLst/>
              <a:rect l="l" t="t" r="r" b="b"/>
              <a:pathLst>
                <a:path w="424814" h="228600">
                  <a:moveTo>
                    <a:pt x="81808" y="71359"/>
                  </a:moveTo>
                  <a:lnTo>
                    <a:pt x="33574" y="71359"/>
                  </a:lnTo>
                  <a:lnTo>
                    <a:pt x="33574" y="79393"/>
                  </a:lnTo>
                  <a:lnTo>
                    <a:pt x="81808" y="79393"/>
                  </a:lnTo>
                  <a:lnTo>
                    <a:pt x="81808" y="71359"/>
                  </a:lnTo>
                  <a:close/>
                </a:path>
                <a:path w="424814" h="228600">
                  <a:moveTo>
                    <a:pt x="62940" y="8081"/>
                  </a:moveTo>
                  <a:lnTo>
                    <a:pt x="52489" y="8081"/>
                  </a:lnTo>
                  <a:lnTo>
                    <a:pt x="52489" y="71359"/>
                  </a:lnTo>
                  <a:lnTo>
                    <a:pt x="62940" y="71359"/>
                  </a:lnTo>
                  <a:lnTo>
                    <a:pt x="62940" y="8081"/>
                  </a:lnTo>
                  <a:close/>
                </a:path>
                <a:path w="424814" h="228600">
                  <a:moveTo>
                    <a:pt x="81572" y="0"/>
                  </a:moveTo>
                  <a:lnTo>
                    <a:pt x="33763" y="0"/>
                  </a:lnTo>
                  <a:lnTo>
                    <a:pt x="33763" y="8081"/>
                  </a:lnTo>
                  <a:lnTo>
                    <a:pt x="81572" y="8081"/>
                  </a:lnTo>
                  <a:lnTo>
                    <a:pt x="81572" y="0"/>
                  </a:lnTo>
                  <a:close/>
                </a:path>
                <a:path w="424814" h="228600">
                  <a:moveTo>
                    <a:pt x="108195" y="21124"/>
                  </a:moveTo>
                  <a:lnTo>
                    <a:pt x="98548" y="21124"/>
                  </a:lnTo>
                  <a:lnTo>
                    <a:pt x="98548" y="79393"/>
                  </a:lnTo>
                  <a:lnTo>
                    <a:pt x="108621" y="79393"/>
                  </a:lnTo>
                  <a:lnTo>
                    <a:pt x="108621" y="34025"/>
                  </a:lnTo>
                  <a:lnTo>
                    <a:pt x="112902" y="30434"/>
                  </a:lnTo>
                  <a:lnTo>
                    <a:pt x="108195" y="30434"/>
                  </a:lnTo>
                  <a:lnTo>
                    <a:pt x="108195" y="21124"/>
                  </a:lnTo>
                  <a:close/>
                </a:path>
                <a:path w="424814" h="228600">
                  <a:moveTo>
                    <a:pt x="144131" y="28591"/>
                  </a:moveTo>
                  <a:lnTo>
                    <a:pt x="133021" y="28591"/>
                  </a:lnTo>
                  <a:lnTo>
                    <a:pt x="137561" y="34829"/>
                  </a:lnTo>
                  <a:lnTo>
                    <a:pt x="137561" y="79393"/>
                  </a:lnTo>
                  <a:lnTo>
                    <a:pt x="147681" y="79393"/>
                  </a:lnTo>
                  <a:lnTo>
                    <a:pt x="147681" y="34025"/>
                  </a:lnTo>
                  <a:lnTo>
                    <a:pt x="151962" y="30434"/>
                  </a:lnTo>
                  <a:lnTo>
                    <a:pt x="145080" y="30434"/>
                  </a:lnTo>
                  <a:lnTo>
                    <a:pt x="144131" y="28591"/>
                  </a:lnTo>
                  <a:close/>
                </a:path>
                <a:path w="424814" h="228600">
                  <a:moveTo>
                    <a:pt x="182524" y="28591"/>
                  </a:moveTo>
                  <a:lnTo>
                    <a:pt x="172081" y="28591"/>
                  </a:lnTo>
                  <a:lnTo>
                    <a:pt x="176479" y="34829"/>
                  </a:lnTo>
                  <a:lnTo>
                    <a:pt x="176479" y="79393"/>
                  </a:lnTo>
                  <a:lnTo>
                    <a:pt x="186693" y="79393"/>
                  </a:lnTo>
                  <a:lnTo>
                    <a:pt x="186693" y="42532"/>
                  </a:lnTo>
                  <a:lnTo>
                    <a:pt x="185204" y="33151"/>
                  </a:lnTo>
                  <a:lnTo>
                    <a:pt x="182524" y="28591"/>
                  </a:lnTo>
                  <a:close/>
                </a:path>
                <a:path w="424814" h="228600">
                  <a:moveTo>
                    <a:pt x="135291" y="19753"/>
                  </a:moveTo>
                  <a:lnTo>
                    <a:pt x="117132" y="19753"/>
                  </a:lnTo>
                  <a:lnTo>
                    <a:pt x="110890" y="24054"/>
                  </a:lnTo>
                  <a:lnTo>
                    <a:pt x="108195" y="30434"/>
                  </a:lnTo>
                  <a:lnTo>
                    <a:pt x="112902" y="30434"/>
                  </a:lnTo>
                  <a:lnTo>
                    <a:pt x="115099" y="28591"/>
                  </a:lnTo>
                  <a:lnTo>
                    <a:pt x="144131" y="28591"/>
                  </a:lnTo>
                  <a:lnTo>
                    <a:pt x="141797" y="24054"/>
                  </a:lnTo>
                  <a:lnTo>
                    <a:pt x="141675" y="23818"/>
                  </a:lnTo>
                  <a:lnTo>
                    <a:pt x="135291" y="19753"/>
                  </a:lnTo>
                  <a:close/>
                </a:path>
                <a:path w="424814" h="228600">
                  <a:moveTo>
                    <a:pt x="165839" y="19753"/>
                  </a:moveTo>
                  <a:lnTo>
                    <a:pt x="155956" y="19753"/>
                  </a:lnTo>
                  <a:lnTo>
                    <a:pt x="149285" y="23818"/>
                  </a:lnTo>
                  <a:lnTo>
                    <a:pt x="148994" y="24054"/>
                  </a:lnTo>
                  <a:lnTo>
                    <a:pt x="145080" y="30434"/>
                  </a:lnTo>
                  <a:lnTo>
                    <a:pt x="151962" y="30434"/>
                  </a:lnTo>
                  <a:lnTo>
                    <a:pt x="154159" y="28591"/>
                  </a:lnTo>
                  <a:lnTo>
                    <a:pt x="182524" y="28591"/>
                  </a:lnTo>
                  <a:lnTo>
                    <a:pt x="180983" y="25968"/>
                  </a:lnTo>
                  <a:lnTo>
                    <a:pt x="174404" y="21372"/>
                  </a:lnTo>
                  <a:lnTo>
                    <a:pt x="165839" y="19753"/>
                  </a:lnTo>
                  <a:close/>
                </a:path>
                <a:path w="424814" h="228600">
                  <a:moveTo>
                    <a:pt x="233083" y="44233"/>
                  </a:moveTo>
                  <a:lnTo>
                    <a:pt x="201211" y="62522"/>
                  </a:lnTo>
                  <a:lnTo>
                    <a:pt x="202754" y="69918"/>
                  </a:lnTo>
                  <a:lnTo>
                    <a:pt x="207169" y="75683"/>
                  </a:lnTo>
                  <a:lnTo>
                    <a:pt x="214138" y="79428"/>
                  </a:lnTo>
                  <a:lnTo>
                    <a:pt x="223342" y="80764"/>
                  </a:lnTo>
                  <a:lnTo>
                    <a:pt x="232279" y="80764"/>
                  </a:lnTo>
                  <a:lnTo>
                    <a:pt x="240034" y="76558"/>
                  </a:lnTo>
                  <a:lnTo>
                    <a:pt x="241583" y="74195"/>
                  </a:lnTo>
                  <a:lnTo>
                    <a:pt x="217194" y="74195"/>
                  </a:lnTo>
                  <a:lnTo>
                    <a:pt x="210987" y="69918"/>
                  </a:lnTo>
                  <a:lnTo>
                    <a:pt x="210952" y="55008"/>
                  </a:lnTo>
                  <a:lnTo>
                    <a:pt x="216821" y="50944"/>
                  </a:lnTo>
                  <a:lnTo>
                    <a:pt x="242162" y="50944"/>
                  </a:lnTo>
                  <a:lnTo>
                    <a:pt x="239089" y="47777"/>
                  </a:lnTo>
                  <a:lnTo>
                    <a:pt x="233083" y="44233"/>
                  </a:lnTo>
                  <a:close/>
                </a:path>
                <a:path w="424814" h="228600">
                  <a:moveTo>
                    <a:pt x="252377" y="72588"/>
                  </a:moveTo>
                  <a:lnTo>
                    <a:pt x="242635" y="72588"/>
                  </a:lnTo>
                  <a:lnTo>
                    <a:pt x="242635" y="79428"/>
                  </a:lnTo>
                  <a:lnTo>
                    <a:pt x="252377" y="79428"/>
                  </a:lnTo>
                  <a:lnTo>
                    <a:pt x="252377" y="72588"/>
                  </a:lnTo>
                  <a:close/>
                </a:path>
                <a:path w="424814" h="228600">
                  <a:moveTo>
                    <a:pt x="247383" y="27787"/>
                  </a:moveTo>
                  <a:lnTo>
                    <a:pt x="237292" y="27787"/>
                  </a:lnTo>
                  <a:lnTo>
                    <a:pt x="242162" y="33458"/>
                  </a:lnTo>
                  <a:lnTo>
                    <a:pt x="242162" y="50944"/>
                  </a:lnTo>
                  <a:lnTo>
                    <a:pt x="234519" y="50944"/>
                  </a:lnTo>
                  <a:lnTo>
                    <a:pt x="242162" y="55480"/>
                  </a:lnTo>
                  <a:lnTo>
                    <a:pt x="242162" y="69185"/>
                  </a:lnTo>
                  <a:lnTo>
                    <a:pt x="234218" y="74195"/>
                  </a:lnTo>
                  <a:lnTo>
                    <a:pt x="241583" y="74195"/>
                  </a:lnTo>
                  <a:lnTo>
                    <a:pt x="242635" y="72588"/>
                  </a:lnTo>
                  <a:lnTo>
                    <a:pt x="252377" y="72588"/>
                  </a:lnTo>
                  <a:lnTo>
                    <a:pt x="252377" y="41067"/>
                  </a:lnTo>
                  <a:lnTo>
                    <a:pt x="250753" y="32673"/>
                  </a:lnTo>
                  <a:lnTo>
                    <a:pt x="247383" y="27787"/>
                  </a:lnTo>
                  <a:close/>
                </a:path>
                <a:path w="424814" h="228600">
                  <a:moveTo>
                    <a:pt x="228874" y="19753"/>
                  </a:moveTo>
                  <a:lnTo>
                    <a:pt x="220766" y="20847"/>
                  </a:lnTo>
                  <a:lnTo>
                    <a:pt x="214085" y="24001"/>
                  </a:lnTo>
                  <a:lnTo>
                    <a:pt x="209018" y="29024"/>
                  </a:lnTo>
                  <a:lnTo>
                    <a:pt x="205751" y="35727"/>
                  </a:lnTo>
                  <a:lnTo>
                    <a:pt x="215161" y="35727"/>
                  </a:lnTo>
                  <a:lnTo>
                    <a:pt x="217336" y="31001"/>
                  </a:lnTo>
                  <a:lnTo>
                    <a:pt x="221734" y="27787"/>
                  </a:lnTo>
                  <a:lnTo>
                    <a:pt x="247383" y="27787"/>
                  </a:lnTo>
                  <a:lnTo>
                    <a:pt x="246087" y="25909"/>
                  </a:lnTo>
                  <a:lnTo>
                    <a:pt x="238691" y="21396"/>
                  </a:lnTo>
                  <a:lnTo>
                    <a:pt x="228874" y="19753"/>
                  </a:lnTo>
                  <a:close/>
                </a:path>
                <a:path w="424814" h="228600">
                  <a:moveTo>
                    <a:pt x="277487" y="85064"/>
                  </a:moveTo>
                  <a:lnTo>
                    <a:pt x="267603" y="85064"/>
                  </a:lnTo>
                  <a:lnTo>
                    <a:pt x="271178" y="91645"/>
                  </a:lnTo>
                  <a:lnTo>
                    <a:pt x="277049" y="96495"/>
                  </a:lnTo>
                  <a:lnTo>
                    <a:pt x="284641" y="99492"/>
                  </a:lnTo>
                  <a:lnTo>
                    <a:pt x="293376" y="100517"/>
                  </a:lnTo>
                  <a:lnTo>
                    <a:pt x="303833" y="98888"/>
                  </a:lnTo>
                  <a:lnTo>
                    <a:pt x="312131" y="94397"/>
                  </a:lnTo>
                  <a:lnTo>
                    <a:pt x="313604" y="92578"/>
                  </a:lnTo>
                  <a:lnTo>
                    <a:pt x="285762" y="92578"/>
                  </a:lnTo>
                  <a:lnTo>
                    <a:pt x="280419" y="90310"/>
                  </a:lnTo>
                  <a:lnTo>
                    <a:pt x="277487" y="85064"/>
                  </a:lnTo>
                  <a:close/>
                </a:path>
                <a:path w="424814" h="228600">
                  <a:moveTo>
                    <a:pt x="319573" y="66586"/>
                  </a:moveTo>
                  <a:lnTo>
                    <a:pt x="309359" y="66586"/>
                  </a:lnTo>
                  <a:lnTo>
                    <a:pt x="309359" y="87238"/>
                  </a:lnTo>
                  <a:lnTo>
                    <a:pt x="302928" y="92578"/>
                  </a:lnTo>
                  <a:lnTo>
                    <a:pt x="313604" y="92578"/>
                  </a:lnTo>
                  <a:lnTo>
                    <a:pt x="317601" y="87638"/>
                  </a:lnTo>
                  <a:lnTo>
                    <a:pt x="319573" y="79204"/>
                  </a:lnTo>
                  <a:lnTo>
                    <a:pt x="319573" y="66586"/>
                  </a:lnTo>
                  <a:close/>
                </a:path>
                <a:path w="424814" h="228600">
                  <a:moveTo>
                    <a:pt x="301084" y="19753"/>
                  </a:moveTo>
                  <a:lnTo>
                    <a:pt x="266610" y="43666"/>
                  </a:lnTo>
                  <a:lnTo>
                    <a:pt x="266610" y="53118"/>
                  </a:lnTo>
                  <a:lnTo>
                    <a:pt x="299712" y="76936"/>
                  </a:lnTo>
                  <a:lnTo>
                    <a:pt x="307467" y="71690"/>
                  </a:lnTo>
                  <a:lnTo>
                    <a:pt x="308553" y="68760"/>
                  </a:lnTo>
                  <a:lnTo>
                    <a:pt x="282121" y="68760"/>
                  </a:lnTo>
                  <a:lnTo>
                    <a:pt x="276765" y="62616"/>
                  </a:lnTo>
                  <a:lnTo>
                    <a:pt x="276683" y="34025"/>
                  </a:lnTo>
                  <a:lnTo>
                    <a:pt x="282263" y="28024"/>
                  </a:lnTo>
                  <a:lnTo>
                    <a:pt x="308818" y="28024"/>
                  </a:lnTo>
                  <a:lnTo>
                    <a:pt x="307562" y="25330"/>
                  </a:lnTo>
                  <a:lnTo>
                    <a:pt x="301084" y="19753"/>
                  </a:lnTo>
                  <a:close/>
                </a:path>
                <a:path w="424814" h="228600">
                  <a:moveTo>
                    <a:pt x="308818" y="28024"/>
                  </a:moveTo>
                  <a:lnTo>
                    <a:pt x="302360" y="28024"/>
                  </a:lnTo>
                  <a:lnTo>
                    <a:pt x="309359" y="35396"/>
                  </a:lnTo>
                  <a:lnTo>
                    <a:pt x="309359" y="62616"/>
                  </a:lnTo>
                  <a:lnTo>
                    <a:pt x="301887" y="68760"/>
                  </a:lnTo>
                  <a:lnTo>
                    <a:pt x="308553" y="68760"/>
                  </a:lnTo>
                  <a:lnTo>
                    <a:pt x="309359" y="66586"/>
                  </a:lnTo>
                  <a:lnTo>
                    <a:pt x="319573" y="66586"/>
                  </a:lnTo>
                  <a:lnTo>
                    <a:pt x="319573" y="30197"/>
                  </a:lnTo>
                  <a:lnTo>
                    <a:pt x="309832" y="30197"/>
                  </a:lnTo>
                  <a:lnTo>
                    <a:pt x="308818" y="28024"/>
                  </a:lnTo>
                  <a:close/>
                </a:path>
                <a:path w="424814" h="228600">
                  <a:moveTo>
                    <a:pt x="319573" y="21124"/>
                  </a:moveTo>
                  <a:lnTo>
                    <a:pt x="309832" y="21124"/>
                  </a:lnTo>
                  <a:lnTo>
                    <a:pt x="309832" y="30197"/>
                  </a:lnTo>
                  <a:lnTo>
                    <a:pt x="319573" y="30197"/>
                  </a:lnTo>
                  <a:lnTo>
                    <a:pt x="319573" y="21124"/>
                  </a:lnTo>
                  <a:close/>
                </a:path>
                <a:path w="424814" h="228600">
                  <a:moveTo>
                    <a:pt x="360194" y="19753"/>
                  </a:moveTo>
                  <a:lnTo>
                    <a:pt x="348753" y="21732"/>
                  </a:lnTo>
                  <a:lnTo>
                    <a:pt x="349028" y="21732"/>
                  </a:lnTo>
                  <a:lnTo>
                    <a:pt x="340995" y="27149"/>
                  </a:lnTo>
                  <a:lnTo>
                    <a:pt x="336302" y="35065"/>
                  </a:lnTo>
                  <a:lnTo>
                    <a:pt x="336208" y="35224"/>
                  </a:lnTo>
                  <a:lnTo>
                    <a:pt x="336101" y="35404"/>
                  </a:lnTo>
                  <a:lnTo>
                    <a:pt x="334422" y="46171"/>
                  </a:lnTo>
                  <a:lnTo>
                    <a:pt x="334422" y="55244"/>
                  </a:lnTo>
                  <a:lnTo>
                    <a:pt x="360525" y="80764"/>
                  </a:lnTo>
                  <a:lnTo>
                    <a:pt x="369255" y="79432"/>
                  </a:lnTo>
                  <a:lnTo>
                    <a:pt x="376526" y="75713"/>
                  </a:lnTo>
                  <a:lnTo>
                    <a:pt x="378912" y="73155"/>
                  </a:lnTo>
                  <a:lnTo>
                    <a:pt x="349081" y="73155"/>
                  </a:lnTo>
                  <a:lnTo>
                    <a:pt x="344305" y="65452"/>
                  </a:lnTo>
                  <a:lnTo>
                    <a:pt x="344305" y="54252"/>
                  </a:lnTo>
                  <a:lnTo>
                    <a:pt x="385257" y="54252"/>
                  </a:lnTo>
                  <a:lnTo>
                    <a:pt x="385257" y="46643"/>
                  </a:lnTo>
                  <a:lnTo>
                    <a:pt x="344305" y="46643"/>
                  </a:lnTo>
                  <a:lnTo>
                    <a:pt x="344305" y="35065"/>
                  </a:lnTo>
                  <a:lnTo>
                    <a:pt x="348514" y="27362"/>
                  </a:lnTo>
                  <a:lnTo>
                    <a:pt x="379144" y="27362"/>
                  </a:lnTo>
                  <a:lnTo>
                    <a:pt x="379020" y="27149"/>
                  </a:lnTo>
                  <a:lnTo>
                    <a:pt x="371192" y="21732"/>
                  </a:lnTo>
                  <a:lnTo>
                    <a:pt x="360194" y="19753"/>
                  </a:lnTo>
                  <a:close/>
                </a:path>
                <a:path w="424814" h="228600">
                  <a:moveTo>
                    <a:pt x="384689" y="62758"/>
                  </a:moveTo>
                  <a:lnTo>
                    <a:pt x="375610" y="62758"/>
                  </a:lnTo>
                  <a:lnTo>
                    <a:pt x="373813" y="68760"/>
                  </a:lnTo>
                  <a:lnTo>
                    <a:pt x="368800" y="73155"/>
                  </a:lnTo>
                  <a:lnTo>
                    <a:pt x="378912" y="73155"/>
                  </a:lnTo>
                  <a:lnTo>
                    <a:pt x="381838" y="70017"/>
                  </a:lnTo>
                  <a:lnTo>
                    <a:pt x="384689" y="62758"/>
                  </a:lnTo>
                  <a:close/>
                </a:path>
                <a:path w="424814" h="228600">
                  <a:moveTo>
                    <a:pt x="379144" y="27362"/>
                  </a:moveTo>
                  <a:lnTo>
                    <a:pt x="370834" y="27362"/>
                  </a:lnTo>
                  <a:lnTo>
                    <a:pt x="375752" y="34498"/>
                  </a:lnTo>
                  <a:lnTo>
                    <a:pt x="375752" y="46643"/>
                  </a:lnTo>
                  <a:lnTo>
                    <a:pt x="385257" y="46643"/>
                  </a:lnTo>
                  <a:lnTo>
                    <a:pt x="385257" y="45178"/>
                  </a:lnTo>
                  <a:lnTo>
                    <a:pt x="383729" y="35404"/>
                  </a:lnTo>
                  <a:lnTo>
                    <a:pt x="383609" y="35065"/>
                  </a:lnTo>
                  <a:lnTo>
                    <a:pt x="379144" y="27362"/>
                  </a:lnTo>
                  <a:close/>
                </a:path>
                <a:path w="424814" h="228600">
                  <a:moveTo>
                    <a:pt x="53151" y="147445"/>
                  </a:moveTo>
                  <a:lnTo>
                    <a:pt x="0" y="147445"/>
                  </a:lnTo>
                  <a:lnTo>
                    <a:pt x="0" y="226838"/>
                  </a:lnTo>
                  <a:lnTo>
                    <a:pt x="53246" y="226838"/>
                  </a:lnTo>
                  <a:lnTo>
                    <a:pt x="53246" y="218143"/>
                  </a:lnTo>
                  <a:lnTo>
                    <a:pt x="10450" y="218143"/>
                  </a:lnTo>
                  <a:lnTo>
                    <a:pt x="10450" y="191017"/>
                  </a:lnTo>
                  <a:lnTo>
                    <a:pt x="49841" y="191017"/>
                  </a:lnTo>
                  <a:lnTo>
                    <a:pt x="49841" y="182274"/>
                  </a:lnTo>
                  <a:lnTo>
                    <a:pt x="10450" y="182274"/>
                  </a:lnTo>
                  <a:lnTo>
                    <a:pt x="10450" y="156187"/>
                  </a:lnTo>
                  <a:lnTo>
                    <a:pt x="53151" y="156187"/>
                  </a:lnTo>
                  <a:lnTo>
                    <a:pt x="53151" y="147445"/>
                  </a:lnTo>
                  <a:close/>
                </a:path>
                <a:path w="424814" h="228600">
                  <a:moveTo>
                    <a:pt x="77930" y="168569"/>
                  </a:moveTo>
                  <a:lnTo>
                    <a:pt x="68284" y="168569"/>
                  </a:lnTo>
                  <a:lnTo>
                    <a:pt x="68284" y="226838"/>
                  </a:lnTo>
                  <a:lnTo>
                    <a:pt x="78356" y="226838"/>
                  </a:lnTo>
                  <a:lnTo>
                    <a:pt x="78356" y="181470"/>
                  </a:lnTo>
                  <a:lnTo>
                    <a:pt x="82794" y="177879"/>
                  </a:lnTo>
                  <a:lnTo>
                    <a:pt x="77930" y="177879"/>
                  </a:lnTo>
                  <a:lnTo>
                    <a:pt x="77930" y="168569"/>
                  </a:lnTo>
                  <a:close/>
                </a:path>
                <a:path w="424814" h="228600">
                  <a:moveTo>
                    <a:pt x="113936" y="176036"/>
                  </a:moveTo>
                  <a:lnTo>
                    <a:pt x="103797" y="176036"/>
                  </a:lnTo>
                  <a:lnTo>
                    <a:pt x="107864" y="182274"/>
                  </a:lnTo>
                  <a:lnTo>
                    <a:pt x="107864" y="226838"/>
                  </a:lnTo>
                  <a:lnTo>
                    <a:pt x="118078" y="226838"/>
                  </a:lnTo>
                  <a:lnTo>
                    <a:pt x="118078" y="189977"/>
                  </a:lnTo>
                  <a:lnTo>
                    <a:pt x="116583" y="180496"/>
                  </a:lnTo>
                  <a:lnTo>
                    <a:pt x="113936" y="176036"/>
                  </a:lnTo>
                  <a:close/>
                </a:path>
                <a:path w="424814" h="228600">
                  <a:moveTo>
                    <a:pt x="96893" y="167198"/>
                  </a:moveTo>
                  <a:lnTo>
                    <a:pt x="87104" y="167198"/>
                  </a:lnTo>
                  <a:lnTo>
                    <a:pt x="80626" y="171499"/>
                  </a:lnTo>
                  <a:lnTo>
                    <a:pt x="77930" y="177879"/>
                  </a:lnTo>
                  <a:lnTo>
                    <a:pt x="82794" y="177879"/>
                  </a:lnTo>
                  <a:lnTo>
                    <a:pt x="85071" y="176036"/>
                  </a:lnTo>
                  <a:lnTo>
                    <a:pt x="113936" y="176036"/>
                  </a:lnTo>
                  <a:lnTo>
                    <a:pt x="112327" y="173324"/>
                  </a:lnTo>
                  <a:lnTo>
                    <a:pt x="105649" y="168784"/>
                  </a:lnTo>
                  <a:lnTo>
                    <a:pt x="96893" y="167198"/>
                  </a:lnTo>
                  <a:close/>
                </a:path>
                <a:path w="424814" h="228600">
                  <a:moveTo>
                    <a:pt x="158699" y="167198"/>
                  </a:moveTo>
                  <a:lnTo>
                    <a:pt x="147601" y="169149"/>
                  </a:lnTo>
                  <a:lnTo>
                    <a:pt x="139322" y="174547"/>
                  </a:lnTo>
                  <a:lnTo>
                    <a:pt x="134274" y="182510"/>
                  </a:lnTo>
                  <a:lnTo>
                    <a:pt x="134147" y="182709"/>
                  </a:lnTo>
                  <a:lnTo>
                    <a:pt x="132359" y="192954"/>
                  </a:lnTo>
                  <a:lnTo>
                    <a:pt x="132359" y="202453"/>
                  </a:lnTo>
                  <a:lnTo>
                    <a:pt x="134147" y="212698"/>
                  </a:lnTo>
                  <a:lnTo>
                    <a:pt x="139322" y="220860"/>
                  </a:lnTo>
                  <a:lnTo>
                    <a:pt x="147601" y="226258"/>
                  </a:lnTo>
                  <a:lnTo>
                    <a:pt x="158699" y="228209"/>
                  </a:lnTo>
                  <a:lnTo>
                    <a:pt x="168843" y="226507"/>
                  </a:lnTo>
                  <a:lnTo>
                    <a:pt x="176686" y="221829"/>
                  </a:lnTo>
                  <a:lnTo>
                    <a:pt x="177906" y="220175"/>
                  </a:lnTo>
                  <a:lnTo>
                    <a:pt x="147586" y="220175"/>
                  </a:lnTo>
                  <a:lnTo>
                    <a:pt x="142384" y="212897"/>
                  </a:lnTo>
                  <a:lnTo>
                    <a:pt x="142384" y="182510"/>
                  </a:lnTo>
                  <a:lnTo>
                    <a:pt x="147586" y="175232"/>
                  </a:lnTo>
                  <a:lnTo>
                    <a:pt x="177906" y="175232"/>
                  </a:lnTo>
                  <a:lnTo>
                    <a:pt x="176686" y="173578"/>
                  </a:lnTo>
                  <a:lnTo>
                    <a:pt x="168843" y="168900"/>
                  </a:lnTo>
                  <a:lnTo>
                    <a:pt x="158699" y="167198"/>
                  </a:lnTo>
                  <a:close/>
                </a:path>
                <a:path w="424814" h="228600">
                  <a:moveTo>
                    <a:pt x="183998" y="206092"/>
                  </a:moveTo>
                  <a:lnTo>
                    <a:pt x="174824" y="206092"/>
                  </a:lnTo>
                  <a:lnTo>
                    <a:pt x="173892" y="212698"/>
                  </a:lnTo>
                  <a:lnTo>
                    <a:pt x="173784" y="213464"/>
                  </a:lnTo>
                  <a:lnTo>
                    <a:pt x="169149" y="220175"/>
                  </a:lnTo>
                  <a:lnTo>
                    <a:pt x="177906" y="220175"/>
                  </a:lnTo>
                  <a:lnTo>
                    <a:pt x="181860" y="214811"/>
                  </a:lnTo>
                  <a:lnTo>
                    <a:pt x="183998" y="206092"/>
                  </a:lnTo>
                  <a:close/>
                </a:path>
                <a:path w="424814" h="228600">
                  <a:moveTo>
                    <a:pt x="177906" y="175232"/>
                  </a:moveTo>
                  <a:lnTo>
                    <a:pt x="169149" y="175232"/>
                  </a:lnTo>
                  <a:lnTo>
                    <a:pt x="173784" y="181943"/>
                  </a:lnTo>
                  <a:lnTo>
                    <a:pt x="174824" y="189315"/>
                  </a:lnTo>
                  <a:lnTo>
                    <a:pt x="183998" y="189315"/>
                  </a:lnTo>
                  <a:lnTo>
                    <a:pt x="181860" y="180596"/>
                  </a:lnTo>
                  <a:lnTo>
                    <a:pt x="177906" y="175232"/>
                  </a:lnTo>
                  <a:close/>
                </a:path>
                <a:path w="424814" h="228600">
                  <a:moveTo>
                    <a:pt x="222538" y="167198"/>
                  </a:moveTo>
                  <a:lnTo>
                    <a:pt x="196104" y="193049"/>
                  </a:lnTo>
                  <a:lnTo>
                    <a:pt x="196104" y="202358"/>
                  </a:lnTo>
                  <a:lnTo>
                    <a:pt x="197873" y="212518"/>
                  </a:lnTo>
                  <a:lnTo>
                    <a:pt x="203026" y="220724"/>
                  </a:lnTo>
                  <a:lnTo>
                    <a:pt x="211325" y="226210"/>
                  </a:lnTo>
                  <a:lnTo>
                    <a:pt x="222538" y="228209"/>
                  </a:lnTo>
                  <a:lnTo>
                    <a:pt x="233696" y="226210"/>
                  </a:lnTo>
                  <a:lnTo>
                    <a:pt x="241967" y="220724"/>
                  </a:lnTo>
                  <a:lnTo>
                    <a:pt x="242312" y="220175"/>
                  </a:lnTo>
                  <a:lnTo>
                    <a:pt x="211662" y="220175"/>
                  </a:lnTo>
                  <a:lnTo>
                    <a:pt x="205987" y="212803"/>
                  </a:lnTo>
                  <a:lnTo>
                    <a:pt x="205987" y="182746"/>
                  </a:lnTo>
                  <a:lnTo>
                    <a:pt x="211662" y="175374"/>
                  </a:lnTo>
                  <a:lnTo>
                    <a:pt x="242378" y="175374"/>
                  </a:lnTo>
                  <a:lnTo>
                    <a:pt x="241967" y="174718"/>
                  </a:lnTo>
                  <a:lnTo>
                    <a:pt x="233696" y="169211"/>
                  </a:lnTo>
                  <a:lnTo>
                    <a:pt x="222538" y="167198"/>
                  </a:lnTo>
                  <a:close/>
                </a:path>
                <a:path w="424814" h="228600">
                  <a:moveTo>
                    <a:pt x="242378" y="175374"/>
                  </a:moveTo>
                  <a:lnTo>
                    <a:pt x="233320" y="175374"/>
                  </a:lnTo>
                  <a:lnTo>
                    <a:pt x="238994" y="182746"/>
                  </a:lnTo>
                  <a:lnTo>
                    <a:pt x="238994" y="212803"/>
                  </a:lnTo>
                  <a:lnTo>
                    <a:pt x="233320" y="220175"/>
                  </a:lnTo>
                  <a:lnTo>
                    <a:pt x="242312" y="220175"/>
                  </a:lnTo>
                  <a:lnTo>
                    <a:pt x="247109" y="212518"/>
                  </a:lnTo>
                  <a:lnTo>
                    <a:pt x="248877" y="202358"/>
                  </a:lnTo>
                  <a:lnTo>
                    <a:pt x="248877" y="193049"/>
                  </a:lnTo>
                  <a:lnTo>
                    <a:pt x="247109" y="182929"/>
                  </a:lnTo>
                  <a:lnTo>
                    <a:pt x="242378" y="175374"/>
                  </a:lnTo>
                  <a:close/>
                </a:path>
                <a:path w="424814" h="228600">
                  <a:moveTo>
                    <a:pt x="293943" y="167198"/>
                  </a:moveTo>
                  <a:lnTo>
                    <a:pt x="260936" y="193190"/>
                  </a:lnTo>
                  <a:lnTo>
                    <a:pt x="260936" y="202264"/>
                  </a:lnTo>
                  <a:lnTo>
                    <a:pt x="294747" y="228209"/>
                  </a:lnTo>
                  <a:lnTo>
                    <a:pt x="301887" y="223341"/>
                  </a:lnTo>
                  <a:lnTo>
                    <a:pt x="303653" y="219938"/>
                  </a:lnTo>
                  <a:lnTo>
                    <a:pt x="276021" y="219938"/>
                  </a:lnTo>
                  <a:lnTo>
                    <a:pt x="271150" y="211905"/>
                  </a:lnTo>
                  <a:lnTo>
                    <a:pt x="271150" y="183550"/>
                  </a:lnTo>
                  <a:lnTo>
                    <a:pt x="276825" y="175469"/>
                  </a:lnTo>
                  <a:lnTo>
                    <a:pt x="303262" y="175469"/>
                  </a:lnTo>
                  <a:lnTo>
                    <a:pt x="300563" y="171168"/>
                  </a:lnTo>
                  <a:lnTo>
                    <a:pt x="293943" y="167198"/>
                  </a:lnTo>
                  <a:close/>
                </a:path>
                <a:path w="424814" h="228600">
                  <a:moveTo>
                    <a:pt x="314182" y="218237"/>
                  </a:moveTo>
                  <a:lnTo>
                    <a:pt x="304536" y="218237"/>
                  </a:lnTo>
                  <a:lnTo>
                    <a:pt x="304536" y="226838"/>
                  </a:lnTo>
                  <a:lnTo>
                    <a:pt x="314182" y="226838"/>
                  </a:lnTo>
                  <a:lnTo>
                    <a:pt x="314182" y="218237"/>
                  </a:lnTo>
                  <a:close/>
                </a:path>
                <a:path w="424814" h="228600">
                  <a:moveTo>
                    <a:pt x="303262" y="175469"/>
                  </a:moveTo>
                  <a:lnTo>
                    <a:pt x="296355" y="175469"/>
                  </a:lnTo>
                  <a:lnTo>
                    <a:pt x="304063" y="182274"/>
                  </a:lnTo>
                  <a:lnTo>
                    <a:pt x="304063" y="211905"/>
                  </a:lnTo>
                  <a:lnTo>
                    <a:pt x="298057" y="219938"/>
                  </a:lnTo>
                  <a:lnTo>
                    <a:pt x="303653" y="219938"/>
                  </a:lnTo>
                  <a:lnTo>
                    <a:pt x="304536" y="218237"/>
                  </a:lnTo>
                  <a:lnTo>
                    <a:pt x="314182" y="218237"/>
                  </a:lnTo>
                  <a:lnTo>
                    <a:pt x="314182" y="176745"/>
                  </a:lnTo>
                  <a:lnTo>
                    <a:pt x="304063" y="176745"/>
                  </a:lnTo>
                  <a:lnTo>
                    <a:pt x="303262" y="175469"/>
                  </a:lnTo>
                  <a:close/>
                </a:path>
                <a:path w="424814" h="228600">
                  <a:moveTo>
                    <a:pt x="314182" y="144042"/>
                  </a:moveTo>
                  <a:lnTo>
                    <a:pt x="304063" y="144042"/>
                  </a:lnTo>
                  <a:lnTo>
                    <a:pt x="304063" y="176745"/>
                  </a:lnTo>
                  <a:lnTo>
                    <a:pt x="314182" y="176745"/>
                  </a:lnTo>
                  <a:lnTo>
                    <a:pt x="314182" y="144042"/>
                  </a:lnTo>
                  <a:close/>
                </a:path>
                <a:path w="424814" h="228600">
                  <a:moveTo>
                    <a:pt x="354756" y="167198"/>
                  </a:moveTo>
                  <a:lnTo>
                    <a:pt x="343315" y="169177"/>
                  </a:lnTo>
                  <a:lnTo>
                    <a:pt x="343590" y="169177"/>
                  </a:lnTo>
                  <a:lnTo>
                    <a:pt x="335557" y="174594"/>
                  </a:lnTo>
                  <a:lnTo>
                    <a:pt x="330864" y="182510"/>
                  </a:lnTo>
                  <a:lnTo>
                    <a:pt x="330769" y="182670"/>
                  </a:lnTo>
                  <a:lnTo>
                    <a:pt x="330663" y="182849"/>
                  </a:lnTo>
                  <a:lnTo>
                    <a:pt x="328984" y="193616"/>
                  </a:lnTo>
                  <a:lnTo>
                    <a:pt x="328984" y="202689"/>
                  </a:lnTo>
                  <a:lnTo>
                    <a:pt x="330809" y="212897"/>
                  </a:lnTo>
                  <a:lnTo>
                    <a:pt x="330894" y="213376"/>
                  </a:lnTo>
                  <a:lnTo>
                    <a:pt x="336254" y="221403"/>
                  </a:lnTo>
                  <a:lnTo>
                    <a:pt x="344504" y="226454"/>
                  </a:lnTo>
                  <a:lnTo>
                    <a:pt x="355087" y="228209"/>
                  </a:lnTo>
                  <a:lnTo>
                    <a:pt x="363823" y="226877"/>
                  </a:lnTo>
                  <a:lnTo>
                    <a:pt x="371106" y="223158"/>
                  </a:lnTo>
                  <a:lnTo>
                    <a:pt x="373492" y="220600"/>
                  </a:lnTo>
                  <a:lnTo>
                    <a:pt x="343643" y="220600"/>
                  </a:lnTo>
                  <a:lnTo>
                    <a:pt x="338867" y="212897"/>
                  </a:lnTo>
                  <a:lnTo>
                    <a:pt x="338867" y="201697"/>
                  </a:lnTo>
                  <a:lnTo>
                    <a:pt x="379818" y="201697"/>
                  </a:lnTo>
                  <a:lnTo>
                    <a:pt x="379818" y="194088"/>
                  </a:lnTo>
                  <a:lnTo>
                    <a:pt x="338867" y="194088"/>
                  </a:lnTo>
                  <a:lnTo>
                    <a:pt x="338867" y="182510"/>
                  </a:lnTo>
                  <a:lnTo>
                    <a:pt x="343075" y="174807"/>
                  </a:lnTo>
                  <a:lnTo>
                    <a:pt x="373706" y="174807"/>
                  </a:lnTo>
                  <a:lnTo>
                    <a:pt x="373582" y="174594"/>
                  </a:lnTo>
                  <a:lnTo>
                    <a:pt x="365754" y="169177"/>
                  </a:lnTo>
                  <a:lnTo>
                    <a:pt x="354756" y="167198"/>
                  </a:lnTo>
                  <a:close/>
                </a:path>
                <a:path w="424814" h="228600">
                  <a:moveTo>
                    <a:pt x="379251" y="210203"/>
                  </a:moveTo>
                  <a:lnTo>
                    <a:pt x="370172" y="210203"/>
                  </a:lnTo>
                  <a:lnTo>
                    <a:pt x="368375" y="216205"/>
                  </a:lnTo>
                  <a:lnTo>
                    <a:pt x="363362" y="220600"/>
                  </a:lnTo>
                  <a:lnTo>
                    <a:pt x="373492" y="220600"/>
                  </a:lnTo>
                  <a:lnTo>
                    <a:pt x="376420" y="217463"/>
                  </a:lnTo>
                  <a:lnTo>
                    <a:pt x="379251" y="210203"/>
                  </a:lnTo>
                  <a:close/>
                </a:path>
                <a:path w="424814" h="228600">
                  <a:moveTo>
                    <a:pt x="373706" y="174807"/>
                  </a:moveTo>
                  <a:lnTo>
                    <a:pt x="365443" y="174807"/>
                  </a:lnTo>
                  <a:lnTo>
                    <a:pt x="370314" y="181943"/>
                  </a:lnTo>
                  <a:lnTo>
                    <a:pt x="370314" y="194088"/>
                  </a:lnTo>
                  <a:lnTo>
                    <a:pt x="379818" y="194088"/>
                  </a:lnTo>
                  <a:lnTo>
                    <a:pt x="379818" y="192623"/>
                  </a:lnTo>
                  <a:lnTo>
                    <a:pt x="378291" y="182849"/>
                  </a:lnTo>
                  <a:lnTo>
                    <a:pt x="378171" y="182510"/>
                  </a:lnTo>
                  <a:lnTo>
                    <a:pt x="373706" y="174807"/>
                  </a:lnTo>
                  <a:close/>
                </a:path>
                <a:path w="424814" h="228600">
                  <a:moveTo>
                    <a:pt x="404314" y="168569"/>
                  </a:moveTo>
                  <a:lnTo>
                    <a:pt x="394762" y="168569"/>
                  </a:lnTo>
                  <a:lnTo>
                    <a:pt x="394762" y="226838"/>
                  </a:lnTo>
                  <a:lnTo>
                    <a:pt x="404881" y="226838"/>
                  </a:lnTo>
                  <a:lnTo>
                    <a:pt x="404881" y="198625"/>
                  </a:lnTo>
                  <a:lnTo>
                    <a:pt x="406099" y="189502"/>
                  </a:lnTo>
                  <a:lnTo>
                    <a:pt x="409586" y="183024"/>
                  </a:lnTo>
                  <a:lnTo>
                    <a:pt x="411801" y="181470"/>
                  </a:lnTo>
                  <a:lnTo>
                    <a:pt x="404314" y="181470"/>
                  </a:lnTo>
                  <a:lnTo>
                    <a:pt x="404314" y="168569"/>
                  </a:lnTo>
                  <a:close/>
                </a:path>
                <a:path w="424814" h="228600">
                  <a:moveTo>
                    <a:pt x="424411" y="168238"/>
                  </a:moveTo>
                  <a:lnTo>
                    <a:pt x="412826" y="168238"/>
                  </a:lnTo>
                  <a:lnTo>
                    <a:pt x="406347" y="172633"/>
                  </a:lnTo>
                  <a:lnTo>
                    <a:pt x="404314" y="181470"/>
                  </a:lnTo>
                  <a:lnTo>
                    <a:pt x="411801" y="181470"/>
                  </a:lnTo>
                  <a:lnTo>
                    <a:pt x="415095" y="179160"/>
                  </a:lnTo>
                  <a:lnTo>
                    <a:pt x="422378" y="177879"/>
                  </a:lnTo>
                  <a:lnTo>
                    <a:pt x="424411" y="177879"/>
                  </a:lnTo>
                  <a:lnTo>
                    <a:pt x="424411" y="1682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00857" y="4193288"/>
              <a:ext cx="680950" cy="680515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66809" y="4159262"/>
              <a:ext cx="720670" cy="72021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32762" y="4125236"/>
              <a:ext cx="720670" cy="720214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98714" y="4091211"/>
              <a:ext cx="720670" cy="72021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3098714" y="4091211"/>
              <a:ext cx="681355" cy="680720"/>
            </a:xfrm>
            <a:custGeom>
              <a:avLst/>
              <a:gdLst/>
              <a:ahLst/>
              <a:cxnLst/>
              <a:rect l="l" t="t" r="r" b="b"/>
              <a:pathLst>
                <a:path w="681354" h="680720">
                  <a:moveTo>
                    <a:pt x="0" y="680515"/>
                  </a:moveTo>
                  <a:lnTo>
                    <a:pt x="680950" y="680515"/>
                  </a:lnTo>
                  <a:lnTo>
                    <a:pt x="680950" y="0"/>
                  </a:lnTo>
                  <a:lnTo>
                    <a:pt x="0" y="0"/>
                  </a:lnTo>
                  <a:lnTo>
                    <a:pt x="0" y="680515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117590" y="3351161"/>
              <a:ext cx="454025" cy="907415"/>
            </a:xfrm>
            <a:custGeom>
              <a:avLst/>
              <a:gdLst/>
              <a:ahLst/>
              <a:cxnLst/>
              <a:rect l="l" t="t" r="r" b="b"/>
              <a:pathLst>
                <a:path w="454025" h="907414">
                  <a:moveTo>
                    <a:pt x="453961" y="0"/>
                  </a:moveTo>
                  <a:lnTo>
                    <a:pt x="0" y="0"/>
                  </a:lnTo>
                  <a:lnTo>
                    <a:pt x="0" y="453669"/>
                  </a:lnTo>
                  <a:lnTo>
                    <a:pt x="0" y="907351"/>
                  </a:lnTo>
                  <a:lnTo>
                    <a:pt x="453961" y="907351"/>
                  </a:lnTo>
                  <a:lnTo>
                    <a:pt x="453961" y="453669"/>
                  </a:lnTo>
                  <a:lnTo>
                    <a:pt x="453961" y="0"/>
                  </a:lnTo>
                  <a:close/>
                </a:path>
              </a:pathLst>
            </a:custGeom>
            <a:solidFill>
              <a:srgbClr val="DCF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117594" y="3804827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117594" y="425850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DCF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117594" y="425850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117594" y="4712182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DCF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117594" y="4712182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117594" y="516587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966" y="0"/>
                  </a:moveTo>
                  <a:lnTo>
                    <a:pt x="0" y="0"/>
                  </a:lnTo>
                  <a:lnTo>
                    <a:pt x="0" y="453677"/>
                  </a:lnTo>
                  <a:lnTo>
                    <a:pt x="453966" y="453677"/>
                  </a:lnTo>
                  <a:lnTo>
                    <a:pt x="453966" y="0"/>
                  </a:lnTo>
                  <a:close/>
                </a:path>
              </a:pathLst>
            </a:custGeom>
            <a:solidFill>
              <a:srgbClr val="DCF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117594" y="5165878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0" y="453677"/>
                  </a:moveTo>
                  <a:lnTo>
                    <a:pt x="453966" y="453677"/>
                  </a:lnTo>
                  <a:lnTo>
                    <a:pt x="453966" y="0"/>
                  </a:lnTo>
                  <a:lnTo>
                    <a:pt x="0" y="0"/>
                  </a:lnTo>
                  <a:lnTo>
                    <a:pt x="0" y="453677"/>
                  </a:lnTo>
                  <a:close/>
                </a:path>
              </a:pathLst>
            </a:custGeom>
            <a:ln w="113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98187" y="3529785"/>
              <a:ext cx="98785" cy="121925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298187" y="3983462"/>
              <a:ext cx="114721" cy="121925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298187" y="4437140"/>
              <a:ext cx="118693" cy="123249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2513" y="5344513"/>
              <a:ext cx="127489" cy="121925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5771444" y="3577988"/>
              <a:ext cx="289560" cy="1814830"/>
            </a:xfrm>
            <a:custGeom>
              <a:avLst/>
              <a:gdLst/>
              <a:ahLst/>
              <a:cxnLst/>
              <a:rect l="l" t="t" r="r" b="b"/>
              <a:pathLst>
                <a:path w="289560" h="1814829">
                  <a:moveTo>
                    <a:pt x="0" y="896012"/>
                  </a:moveTo>
                  <a:lnTo>
                    <a:pt x="0" y="56709"/>
                  </a:lnTo>
                  <a:lnTo>
                    <a:pt x="16615" y="16623"/>
                  </a:lnTo>
                  <a:lnTo>
                    <a:pt x="56745" y="0"/>
                  </a:lnTo>
                  <a:lnTo>
                    <a:pt x="266705" y="0"/>
                  </a:lnTo>
                </a:path>
                <a:path w="289560" h="1814829">
                  <a:moveTo>
                    <a:pt x="0" y="873328"/>
                  </a:moveTo>
                  <a:lnTo>
                    <a:pt x="0" y="1758018"/>
                  </a:lnTo>
                  <a:lnTo>
                    <a:pt x="16616" y="1798119"/>
                  </a:lnTo>
                  <a:lnTo>
                    <a:pt x="56745" y="1814728"/>
                  </a:lnTo>
                  <a:lnTo>
                    <a:pt x="289403" y="1814728"/>
                  </a:lnTo>
                </a:path>
                <a:path w="289560" h="1814829">
                  <a:moveTo>
                    <a:pt x="0" y="896012"/>
                  </a:moveTo>
                  <a:lnTo>
                    <a:pt x="0" y="510386"/>
                  </a:lnTo>
                  <a:lnTo>
                    <a:pt x="16615" y="470300"/>
                  </a:lnTo>
                  <a:lnTo>
                    <a:pt x="56745" y="453677"/>
                  </a:lnTo>
                  <a:lnTo>
                    <a:pt x="266705" y="453677"/>
                  </a:lnTo>
                </a:path>
              </a:pathLst>
            </a:custGeom>
            <a:ln w="8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935434" y="4902263"/>
              <a:ext cx="421640" cy="67945"/>
            </a:xfrm>
            <a:custGeom>
              <a:avLst/>
              <a:gdLst/>
              <a:ahLst/>
              <a:cxnLst/>
              <a:rect l="l" t="t" r="r" b="b"/>
              <a:pathLst>
                <a:path w="421639" h="67945">
                  <a:moveTo>
                    <a:pt x="12573" y="57658"/>
                  </a:moveTo>
                  <a:lnTo>
                    <a:pt x="10121" y="54914"/>
                  </a:lnTo>
                  <a:lnTo>
                    <a:pt x="2603" y="54914"/>
                  </a:lnTo>
                  <a:lnTo>
                    <a:pt x="0" y="57505"/>
                  </a:lnTo>
                  <a:lnTo>
                    <a:pt x="0" y="65214"/>
                  </a:lnTo>
                  <a:lnTo>
                    <a:pt x="2603" y="67856"/>
                  </a:lnTo>
                  <a:lnTo>
                    <a:pt x="10121" y="67856"/>
                  </a:lnTo>
                  <a:lnTo>
                    <a:pt x="12496" y="65214"/>
                  </a:lnTo>
                  <a:lnTo>
                    <a:pt x="12573" y="57658"/>
                  </a:lnTo>
                  <a:close/>
                </a:path>
                <a:path w="421639" h="67945">
                  <a:moveTo>
                    <a:pt x="12573" y="30200"/>
                  </a:moveTo>
                  <a:lnTo>
                    <a:pt x="10121" y="27457"/>
                  </a:lnTo>
                  <a:lnTo>
                    <a:pt x="2603" y="27457"/>
                  </a:lnTo>
                  <a:lnTo>
                    <a:pt x="0" y="30048"/>
                  </a:lnTo>
                  <a:lnTo>
                    <a:pt x="0" y="37807"/>
                  </a:lnTo>
                  <a:lnTo>
                    <a:pt x="2603" y="40398"/>
                  </a:lnTo>
                  <a:lnTo>
                    <a:pt x="10121" y="40398"/>
                  </a:lnTo>
                  <a:lnTo>
                    <a:pt x="12573" y="37655"/>
                  </a:lnTo>
                  <a:lnTo>
                    <a:pt x="12573" y="30200"/>
                  </a:lnTo>
                  <a:close/>
                </a:path>
                <a:path w="421639" h="67945">
                  <a:moveTo>
                    <a:pt x="12573" y="2743"/>
                  </a:moveTo>
                  <a:lnTo>
                    <a:pt x="10121" y="0"/>
                  </a:lnTo>
                  <a:lnTo>
                    <a:pt x="2603" y="0"/>
                  </a:lnTo>
                  <a:lnTo>
                    <a:pt x="0" y="2743"/>
                  </a:lnTo>
                  <a:lnTo>
                    <a:pt x="0" y="10350"/>
                  </a:lnTo>
                  <a:lnTo>
                    <a:pt x="2603" y="12941"/>
                  </a:lnTo>
                  <a:lnTo>
                    <a:pt x="10121" y="12941"/>
                  </a:lnTo>
                  <a:lnTo>
                    <a:pt x="12573" y="10210"/>
                  </a:lnTo>
                  <a:lnTo>
                    <a:pt x="12573" y="2743"/>
                  </a:lnTo>
                  <a:close/>
                </a:path>
                <a:path w="421639" h="67945">
                  <a:moveTo>
                    <a:pt x="421144" y="57658"/>
                  </a:moveTo>
                  <a:lnTo>
                    <a:pt x="418693" y="54914"/>
                  </a:lnTo>
                  <a:lnTo>
                    <a:pt x="411175" y="54914"/>
                  </a:lnTo>
                  <a:lnTo>
                    <a:pt x="408571" y="57505"/>
                  </a:lnTo>
                  <a:lnTo>
                    <a:pt x="408571" y="65214"/>
                  </a:lnTo>
                  <a:lnTo>
                    <a:pt x="411175" y="67856"/>
                  </a:lnTo>
                  <a:lnTo>
                    <a:pt x="418693" y="67856"/>
                  </a:lnTo>
                  <a:lnTo>
                    <a:pt x="421068" y="65214"/>
                  </a:lnTo>
                  <a:lnTo>
                    <a:pt x="421144" y="57658"/>
                  </a:lnTo>
                  <a:close/>
                </a:path>
                <a:path w="421639" h="67945">
                  <a:moveTo>
                    <a:pt x="421144" y="30200"/>
                  </a:moveTo>
                  <a:lnTo>
                    <a:pt x="418693" y="27457"/>
                  </a:lnTo>
                  <a:lnTo>
                    <a:pt x="411175" y="27457"/>
                  </a:lnTo>
                  <a:lnTo>
                    <a:pt x="408571" y="30048"/>
                  </a:lnTo>
                  <a:lnTo>
                    <a:pt x="408571" y="37807"/>
                  </a:lnTo>
                  <a:lnTo>
                    <a:pt x="411175" y="40398"/>
                  </a:lnTo>
                  <a:lnTo>
                    <a:pt x="418693" y="40398"/>
                  </a:lnTo>
                  <a:lnTo>
                    <a:pt x="421144" y="37655"/>
                  </a:lnTo>
                  <a:lnTo>
                    <a:pt x="421144" y="30200"/>
                  </a:lnTo>
                  <a:close/>
                </a:path>
                <a:path w="421639" h="67945">
                  <a:moveTo>
                    <a:pt x="421144" y="2743"/>
                  </a:moveTo>
                  <a:lnTo>
                    <a:pt x="418693" y="0"/>
                  </a:lnTo>
                  <a:lnTo>
                    <a:pt x="411175" y="0"/>
                  </a:lnTo>
                  <a:lnTo>
                    <a:pt x="408571" y="2743"/>
                  </a:lnTo>
                  <a:lnTo>
                    <a:pt x="408571" y="10350"/>
                  </a:lnTo>
                  <a:lnTo>
                    <a:pt x="411175" y="12941"/>
                  </a:lnTo>
                  <a:lnTo>
                    <a:pt x="418693" y="12941"/>
                  </a:lnTo>
                  <a:lnTo>
                    <a:pt x="421144" y="10210"/>
                  </a:lnTo>
                  <a:lnTo>
                    <a:pt x="421144" y="27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0" name="object 11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72100" y="1478549"/>
            <a:ext cx="1895997" cy="143617"/>
          </a:xfrm>
          <a:prstGeom prst="rect">
            <a:avLst/>
          </a:prstGeom>
        </p:spPr>
      </p:pic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35" dirty="0"/>
              <a:t>CLIP</a:t>
            </a:r>
            <a:r>
              <a:rPr sz="4000" spc="15" dirty="0"/>
              <a:t> </a:t>
            </a:r>
            <a:r>
              <a:rPr sz="4000" spc="-245" dirty="0"/>
              <a:t>(Contrastive</a:t>
            </a:r>
            <a:r>
              <a:rPr sz="4000" spc="50" dirty="0"/>
              <a:t> </a:t>
            </a:r>
            <a:r>
              <a:rPr sz="4000" spc="-260" dirty="0"/>
              <a:t>Language–Image</a:t>
            </a:r>
            <a:r>
              <a:rPr sz="4000" spc="35" dirty="0"/>
              <a:t> </a:t>
            </a:r>
            <a:r>
              <a:rPr sz="4000" spc="-240" dirty="0"/>
              <a:t>Pre-</a:t>
            </a:r>
            <a:r>
              <a:rPr sz="4000" spc="-110" dirty="0"/>
              <a:t>training)</a:t>
            </a:r>
            <a:endParaRPr sz="4000"/>
          </a:p>
        </p:txBody>
      </p:sp>
      <p:sp>
        <p:nvSpPr>
          <p:cNvPr id="113" name="Date Placeholder 112">
            <a:extLst>
              <a:ext uri="{FF2B5EF4-FFF2-40B4-BE49-F238E27FC236}">
                <a16:creationId xmlns:a16="http://schemas.microsoft.com/office/drawing/2014/main" id="{019D3476-C495-0D50-259E-ED75F1CC7F0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659A4E2D-3446-4D39-9B92-1F8ED2FB32B8}" type="datetime1">
              <a:rPr lang="en-IN" smtClean="0"/>
              <a:t>17-10-2025</a:t>
            </a:fld>
            <a:endParaRPr lang="en-US"/>
          </a:p>
        </p:txBody>
      </p:sp>
      <p:sp>
        <p:nvSpPr>
          <p:cNvPr id="114" name="Footer Placeholder 113">
            <a:extLst>
              <a:ext uri="{FF2B5EF4-FFF2-40B4-BE49-F238E27FC236}">
                <a16:creationId xmlns:a16="http://schemas.microsoft.com/office/drawing/2014/main" id="{3C8A8570-8B62-3E25-67E1-A667B947D3D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115" name="Slide Number Placeholder 114">
            <a:extLst>
              <a:ext uri="{FF2B5EF4-FFF2-40B4-BE49-F238E27FC236}">
                <a16:creationId xmlns:a16="http://schemas.microsoft.com/office/drawing/2014/main" id="{A39BF503-D25F-882B-9FCC-9A0573E9DC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1489" y="2917825"/>
            <a:ext cx="8669019" cy="9946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42845" y="3317494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975" spc="37" baseline="-21367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2665" y="3317494"/>
            <a:ext cx="197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36515" y="3317494"/>
            <a:ext cx="197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0238" y="3320288"/>
            <a:ext cx="197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5376" y="3181858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70" dirty="0">
                <a:latin typeface="Tahoma"/>
                <a:cs typeface="Tahoma"/>
              </a:rPr>
              <a:t>…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9002" y="3323971"/>
            <a:ext cx="196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975" spc="-37" baseline="-21367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endParaRPr sz="975" baseline="-2136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92436" y="2492755"/>
            <a:ext cx="1178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Tahoma"/>
                <a:cs typeface="Tahoma"/>
              </a:rPr>
              <a:t>Pure</a:t>
            </a:r>
            <a:r>
              <a:rPr sz="1800" b="1" spc="-4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noise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3088" y="2492755"/>
            <a:ext cx="1687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Original</a:t>
            </a:r>
            <a:r>
              <a:rPr sz="1800" b="1" spc="-10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image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72411" y="4191000"/>
            <a:ext cx="8642985" cy="1466850"/>
            <a:chOff x="1772411" y="4191000"/>
            <a:chExt cx="8642985" cy="14668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2411" y="4191000"/>
              <a:ext cx="548639" cy="5486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2611" y="4197095"/>
              <a:ext cx="548639" cy="5486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4523" y="4191000"/>
              <a:ext cx="548639" cy="5486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3200" y="4197095"/>
              <a:ext cx="548640" cy="5486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66376" y="4191000"/>
              <a:ext cx="548640" cy="54863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46477" y="4733162"/>
              <a:ext cx="8119745" cy="924560"/>
            </a:xfrm>
            <a:custGeom>
              <a:avLst/>
              <a:gdLst/>
              <a:ahLst/>
              <a:cxnLst/>
              <a:rect l="l" t="t" r="r" b="b"/>
              <a:pathLst>
                <a:path w="8119745" h="924560">
                  <a:moveTo>
                    <a:pt x="12700" y="0"/>
                  </a:moveTo>
                  <a:lnTo>
                    <a:pt x="0" y="762"/>
                  </a:lnTo>
                  <a:lnTo>
                    <a:pt x="1374" y="20574"/>
                  </a:lnTo>
                  <a:lnTo>
                    <a:pt x="1408" y="21060"/>
                  </a:lnTo>
                  <a:lnTo>
                    <a:pt x="13589" y="67182"/>
                  </a:lnTo>
                  <a:lnTo>
                    <a:pt x="37211" y="111125"/>
                  </a:lnTo>
                  <a:lnTo>
                    <a:pt x="71628" y="154559"/>
                  </a:lnTo>
                  <a:lnTo>
                    <a:pt x="116594" y="197491"/>
                  </a:lnTo>
                  <a:lnTo>
                    <a:pt x="171831" y="239775"/>
                  </a:lnTo>
                  <a:lnTo>
                    <a:pt x="236601" y="281431"/>
                  </a:lnTo>
                  <a:lnTo>
                    <a:pt x="272542" y="302132"/>
                  </a:lnTo>
                  <a:lnTo>
                    <a:pt x="310896" y="322580"/>
                  </a:lnTo>
                  <a:lnTo>
                    <a:pt x="351282" y="343026"/>
                  </a:lnTo>
                  <a:lnTo>
                    <a:pt x="394081" y="363093"/>
                  </a:lnTo>
                  <a:lnTo>
                    <a:pt x="439039" y="383031"/>
                  </a:lnTo>
                  <a:lnTo>
                    <a:pt x="486029" y="402844"/>
                  </a:lnTo>
                  <a:lnTo>
                    <a:pt x="535178" y="422401"/>
                  </a:lnTo>
                  <a:lnTo>
                    <a:pt x="586359" y="441579"/>
                  </a:lnTo>
                  <a:lnTo>
                    <a:pt x="639318" y="460756"/>
                  </a:lnTo>
                  <a:lnTo>
                    <a:pt x="694436" y="479551"/>
                  </a:lnTo>
                  <a:lnTo>
                    <a:pt x="751332" y="498348"/>
                  </a:lnTo>
                  <a:lnTo>
                    <a:pt x="810260" y="516636"/>
                  </a:lnTo>
                  <a:lnTo>
                    <a:pt x="870712" y="534670"/>
                  </a:lnTo>
                  <a:lnTo>
                    <a:pt x="933196" y="552577"/>
                  </a:lnTo>
                  <a:lnTo>
                    <a:pt x="997204" y="570103"/>
                  </a:lnTo>
                  <a:lnTo>
                    <a:pt x="1130300" y="604393"/>
                  </a:lnTo>
                  <a:lnTo>
                    <a:pt x="1269746" y="637286"/>
                  </a:lnTo>
                  <a:lnTo>
                    <a:pt x="1414907" y="668909"/>
                  </a:lnTo>
                  <a:lnTo>
                    <a:pt x="1565783" y="699008"/>
                  </a:lnTo>
                  <a:lnTo>
                    <a:pt x="1721866" y="727710"/>
                  </a:lnTo>
                  <a:lnTo>
                    <a:pt x="1882775" y="754761"/>
                  </a:lnTo>
                  <a:lnTo>
                    <a:pt x="2048002" y="780034"/>
                  </a:lnTo>
                  <a:lnTo>
                    <a:pt x="2217293" y="803656"/>
                  </a:lnTo>
                  <a:lnTo>
                    <a:pt x="2390394" y="825373"/>
                  </a:lnTo>
                  <a:lnTo>
                    <a:pt x="2566797" y="845185"/>
                  </a:lnTo>
                  <a:lnTo>
                    <a:pt x="2746121" y="863003"/>
                  </a:lnTo>
                  <a:lnTo>
                    <a:pt x="2928112" y="878725"/>
                  </a:lnTo>
                  <a:lnTo>
                    <a:pt x="3112262" y="892251"/>
                  </a:lnTo>
                  <a:lnTo>
                    <a:pt x="3298317" y="903503"/>
                  </a:lnTo>
                  <a:lnTo>
                    <a:pt x="3485769" y="912368"/>
                  </a:lnTo>
                  <a:lnTo>
                    <a:pt x="3677081" y="918933"/>
                  </a:lnTo>
                  <a:lnTo>
                    <a:pt x="3678808" y="918933"/>
                  </a:lnTo>
                  <a:lnTo>
                    <a:pt x="3863848" y="922743"/>
                  </a:lnTo>
                  <a:lnTo>
                    <a:pt x="4053459" y="924090"/>
                  </a:lnTo>
                  <a:lnTo>
                    <a:pt x="4243197" y="922743"/>
                  </a:lnTo>
                  <a:lnTo>
                    <a:pt x="4432554" y="918933"/>
                  </a:lnTo>
                  <a:lnTo>
                    <a:pt x="4621149" y="912558"/>
                  </a:lnTo>
                  <a:lnTo>
                    <a:pt x="4646123" y="911390"/>
                  </a:lnTo>
                  <a:lnTo>
                    <a:pt x="4053459" y="911390"/>
                  </a:lnTo>
                  <a:lnTo>
                    <a:pt x="3863975" y="910056"/>
                  </a:lnTo>
                  <a:lnTo>
                    <a:pt x="3679660" y="906246"/>
                  </a:lnTo>
                  <a:lnTo>
                    <a:pt x="3677701" y="906246"/>
                  </a:lnTo>
                  <a:lnTo>
                    <a:pt x="3486277" y="899668"/>
                  </a:lnTo>
                  <a:lnTo>
                    <a:pt x="3299535" y="890843"/>
                  </a:lnTo>
                  <a:lnTo>
                    <a:pt x="3113024" y="879576"/>
                  </a:lnTo>
                  <a:lnTo>
                    <a:pt x="2929128" y="866063"/>
                  </a:lnTo>
                  <a:lnTo>
                    <a:pt x="2747264" y="850392"/>
                  </a:lnTo>
                  <a:lnTo>
                    <a:pt x="2570108" y="832689"/>
                  </a:lnTo>
                  <a:lnTo>
                    <a:pt x="2568879" y="832689"/>
                  </a:lnTo>
                  <a:lnTo>
                    <a:pt x="2391791" y="812800"/>
                  </a:lnTo>
                  <a:lnTo>
                    <a:pt x="2218944" y="791083"/>
                  </a:lnTo>
                  <a:lnTo>
                    <a:pt x="2049780" y="767461"/>
                  </a:lnTo>
                  <a:lnTo>
                    <a:pt x="1884680" y="742188"/>
                  </a:lnTo>
                  <a:lnTo>
                    <a:pt x="1724025" y="715137"/>
                  </a:lnTo>
                  <a:lnTo>
                    <a:pt x="1568196" y="686562"/>
                  </a:lnTo>
                  <a:lnTo>
                    <a:pt x="1417447" y="656463"/>
                  </a:lnTo>
                  <a:lnTo>
                    <a:pt x="1272997" y="625094"/>
                  </a:lnTo>
                  <a:lnTo>
                    <a:pt x="1133873" y="592074"/>
                  </a:lnTo>
                  <a:lnTo>
                    <a:pt x="1133348" y="592074"/>
                  </a:lnTo>
                  <a:lnTo>
                    <a:pt x="1000955" y="557902"/>
                  </a:lnTo>
                  <a:lnTo>
                    <a:pt x="1000473" y="557902"/>
                  </a:lnTo>
                  <a:lnTo>
                    <a:pt x="936498" y="540385"/>
                  </a:lnTo>
                  <a:lnTo>
                    <a:pt x="874551" y="522559"/>
                  </a:lnTo>
                  <a:lnTo>
                    <a:pt x="874243" y="522559"/>
                  </a:lnTo>
                  <a:lnTo>
                    <a:pt x="813943" y="504444"/>
                  </a:lnTo>
                  <a:lnTo>
                    <a:pt x="757577" y="486913"/>
                  </a:lnTo>
                  <a:lnTo>
                    <a:pt x="698373" y="467487"/>
                  </a:lnTo>
                  <a:lnTo>
                    <a:pt x="643509" y="448818"/>
                  </a:lnTo>
                  <a:lnTo>
                    <a:pt x="590677" y="429641"/>
                  </a:lnTo>
                  <a:lnTo>
                    <a:pt x="540040" y="410573"/>
                  </a:lnTo>
                  <a:lnTo>
                    <a:pt x="539706" y="410573"/>
                  </a:lnTo>
                  <a:lnTo>
                    <a:pt x="490728" y="391032"/>
                  </a:lnTo>
                  <a:lnTo>
                    <a:pt x="446551" y="372426"/>
                  </a:lnTo>
                  <a:lnTo>
                    <a:pt x="399415" y="351536"/>
                  </a:lnTo>
                  <a:lnTo>
                    <a:pt x="357013" y="331597"/>
                  </a:lnTo>
                  <a:lnTo>
                    <a:pt x="316611" y="311276"/>
                  </a:lnTo>
                  <a:lnTo>
                    <a:pt x="277663" y="290449"/>
                  </a:lnTo>
                  <a:lnTo>
                    <a:pt x="243078" y="270510"/>
                  </a:lnTo>
                  <a:lnTo>
                    <a:pt x="210044" y="250084"/>
                  </a:lnTo>
                  <a:lnTo>
                    <a:pt x="209823" y="249906"/>
                  </a:lnTo>
                  <a:lnTo>
                    <a:pt x="179827" y="229951"/>
                  </a:lnTo>
                  <a:lnTo>
                    <a:pt x="177755" y="228473"/>
                  </a:lnTo>
                  <a:lnTo>
                    <a:pt x="151778" y="209383"/>
                  </a:lnTo>
                  <a:lnTo>
                    <a:pt x="150924" y="208699"/>
                  </a:lnTo>
                  <a:lnTo>
                    <a:pt x="149376" y="207518"/>
                  </a:lnTo>
                  <a:lnTo>
                    <a:pt x="125787" y="188568"/>
                  </a:lnTo>
                  <a:lnTo>
                    <a:pt x="125019" y="187879"/>
                  </a:lnTo>
                  <a:lnTo>
                    <a:pt x="124824" y="187732"/>
                  </a:lnTo>
                  <a:lnTo>
                    <a:pt x="123327" y="186436"/>
                  </a:lnTo>
                  <a:lnTo>
                    <a:pt x="101869" y="167108"/>
                  </a:lnTo>
                  <a:lnTo>
                    <a:pt x="101711" y="167108"/>
                  </a:lnTo>
                  <a:lnTo>
                    <a:pt x="81258" y="146164"/>
                  </a:lnTo>
                  <a:lnTo>
                    <a:pt x="80856" y="145832"/>
                  </a:lnTo>
                  <a:lnTo>
                    <a:pt x="63530" y="125739"/>
                  </a:lnTo>
                  <a:lnTo>
                    <a:pt x="63264" y="125374"/>
                  </a:lnTo>
                  <a:lnTo>
                    <a:pt x="62884" y="124918"/>
                  </a:lnTo>
                  <a:lnTo>
                    <a:pt x="47329" y="103480"/>
                  </a:lnTo>
                  <a:lnTo>
                    <a:pt x="25273" y="62103"/>
                  </a:lnTo>
                  <a:lnTo>
                    <a:pt x="14156" y="21462"/>
                  </a:lnTo>
                  <a:lnTo>
                    <a:pt x="14039" y="21060"/>
                  </a:lnTo>
                  <a:lnTo>
                    <a:pt x="13970" y="20574"/>
                  </a:lnTo>
                  <a:lnTo>
                    <a:pt x="13559" y="13207"/>
                  </a:lnTo>
                  <a:lnTo>
                    <a:pt x="12749" y="762"/>
                  </a:lnTo>
                  <a:lnTo>
                    <a:pt x="12700" y="0"/>
                  </a:lnTo>
                  <a:close/>
                </a:path>
                <a:path w="8119745" h="924560">
                  <a:moveTo>
                    <a:pt x="7853958" y="299697"/>
                  </a:moveTo>
                  <a:lnTo>
                    <a:pt x="7828207" y="299697"/>
                  </a:lnTo>
                  <a:lnTo>
                    <a:pt x="7790188" y="319650"/>
                  </a:lnTo>
                  <a:lnTo>
                    <a:pt x="7750058" y="339587"/>
                  </a:lnTo>
                  <a:lnTo>
                    <a:pt x="7707503" y="359282"/>
                  </a:lnTo>
                  <a:lnTo>
                    <a:pt x="7662799" y="378841"/>
                  </a:lnTo>
                  <a:lnTo>
                    <a:pt x="7616063" y="398272"/>
                  </a:lnTo>
                  <a:lnTo>
                    <a:pt x="7567168" y="417449"/>
                  </a:lnTo>
                  <a:lnTo>
                    <a:pt x="7516241" y="436372"/>
                  </a:lnTo>
                  <a:lnTo>
                    <a:pt x="7463282" y="455168"/>
                  </a:lnTo>
                  <a:lnTo>
                    <a:pt x="7408418" y="473710"/>
                  </a:lnTo>
                  <a:lnTo>
                    <a:pt x="7351649" y="491998"/>
                  </a:lnTo>
                  <a:lnTo>
                    <a:pt x="7292975" y="510031"/>
                  </a:lnTo>
                  <a:lnTo>
                    <a:pt x="7232650" y="527939"/>
                  </a:lnTo>
                  <a:lnTo>
                    <a:pt x="7170420" y="545465"/>
                  </a:lnTo>
                  <a:lnTo>
                    <a:pt x="7106412" y="562737"/>
                  </a:lnTo>
                  <a:lnTo>
                    <a:pt x="7040753" y="579755"/>
                  </a:lnTo>
                  <a:lnTo>
                    <a:pt x="6973570" y="596392"/>
                  </a:lnTo>
                  <a:lnTo>
                    <a:pt x="6834505" y="628904"/>
                  </a:lnTo>
                  <a:lnTo>
                    <a:pt x="6689344" y="660019"/>
                  </a:lnTo>
                  <a:lnTo>
                    <a:pt x="6538722" y="689610"/>
                  </a:lnTo>
                  <a:lnTo>
                    <a:pt x="6382893" y="717804"/>
                  </a:lnTo>
                  <a:lnTo>
                    <a:pt x="6222238" y="744474"/>
                  </a:lnTo>
                  <a:lnTo>
                    <a:pt x="6066615" y="768056"/>
                  </a:lnTo>
                  <a:lnTo>
                    <a:pt x="5887974" y="792734"/>
                  </a:lnTo>
                  <a:lnTo>
                    <a:pt x="5715000" y="814197"/>
                  </a:lnTo>
                  <a:lnTo>
                    <a:pt x="5548451" y="832689"/>
                  </a:lnTo>
                  <a:lnTo>
                    <a:pt x="5359654" y="851154"/>
                  </a:lnTo>
                  <a:lnTo>
                    <a:pt x="5177917" y="866635"/>
                  </a:lnTo>
                  <a:lnTo>
                    <a:pt x="4993894" y="879970"/>
                  </a:lnTo>
                  <a:lnTo>
                    <a:pt x="4807966" y="891108"/>
                  </a:lnTo>
                  <a:lnTo>
                    <a:pt x="4620641" y="899871"/>
                  </a:lnTo>
                  <a:lnTo>
                    <a:pt x="4432173" y="906246"/>
                  </a:lnTo>
                  <a:lnTo>
                    <a:pt x="4243070" y="910056"/>
                  </a:lnTo>
                  <a:lnTo>
                    <a:pt x="4053459" y="911390"/>
                  </a:lnTo>
                  <a:lnTo>
                    <a:pt x="4646123" y="911390"/>
                  </a:lnTo>
                  <a:lnTo>
                    <a:pt x="4808728" y="903782"/>
                  </a:lnTo>
                  <a:lnTo>
                    <a:pt x="4994783" y="892632"/>
                  </a:lnTo>
                  <a:lnTo>
                    <a:pt x="5178933" y="879297"/>
                  </a:lnTo>
                  <a:lnTo>
                    <a:pt x="5360797" y="863854"/>
                  </a:lnTo>
                  <a:lnTo>
                    <a:pt x="5540121" y="846328"/>
                  </a:lnTo>
                  <a:lnTo>
                    <a:pt x="5716524" y="826770"/>
                  </a:lnTo>
                  <a:lnTo>
                    <a:pt x="5889625" y="805307"/>
                  </a:lnTo>
                  <a:lnTo>
                    <a:pt x="6058916" y="781939"/>
                  </a:lnTo>
                  <a:lnTo>
                    <a:pt x="6224270" y="757047"/>
                  </a:lnTo>
                  <a:lnTo>
                    <a:pt x="6385052" y="730377"/>
                  </a:lnTo>
                  <a:lnTo>
                    <a:pt x="6541135" y="702183"/>
                  </a:lnTo>
                  <a:lnTo>
                    <a:pt x="6692011" y="672338"/>
                  </a:lnTo>
                  <a:lnTo>
                    <a:pt x="6837299" y="641223"/>
                  </a:lnTo>
                  <a:lnTo>
                    <a:pt x="6976618" y="608711"/>
                  </a:lnTo>
                  <a:lnTo>
                    <a:pt x="7043928" y="592074"/>
                  </a:lnTo>
                  <a:lnTo>
                    <a:pt x="7109714" y="575056"/>
                  </a:lnTo>
                  <a:lnTo>
                    <a:pt x="7236206" y="540131"/>
                  </a:lnTo>
                  <a:lnTo>
                    <a:pt x="7296658" y="522224"/>
                  </a:lnTo>
                  <a:lnTo>
                    <a:pt x="7355586" y="504063"/>
                  </a:lnTo>
                  <a:lnTo>
                    <a:pt x="7412482" y="485775"/>
                  </a:lnTo>
                  <a:lnTo>
                    <a:pt x="7467600" y="467232"/>
                  </a:lnTo>
                  <a:lnTo>
                    <a:pt x="7520558" y="448310"/>
                  </a:lnTo>
                  <a:lnTo>
                    <a:pt x="7571740" y="429260"/>
                  </a:lnTo>
                  <a:lnTo>
                    <a:pt x="7620889" y="410082"/>
                  </a:lnTo>
                  <a:lnTo>
                    <a:pt x="7667879" y="390525"/>
                  </a:lnTo>
                  <a:lnTo>
                    <a:pt x="7712837" y="370839"/>
                  </a:lnTo>
                  <a:lnTo>
                    <a:pt x="7755636" y="351028"/>
                  </a:lnTo>
                  <a:lnTo>
                    <a:pt x="7796022" y="330962"/>
                  </a:lnTo>
                  <a:lnTo>
                    <a:pt x="7834376" y="310769"/>
                  </a:lnTo>
                  <a:lnTo>
                    <a:pt x="7853958" y="299697"/>
                  </a:lnTo>
                  <a:close/>
                </a:path>
                <a:path w="8119745" h="924560">
                  <a:moveTo>
                    <a:pt x="2558962" y="831575"/>
                  </a:moveTo>
                  <a:lnTo>
                    <a:pt x="2568879" y="832689"/>
                  </a:lnTo>
                  <a:lnTo>
                    <a:pt x="2570108" y="832689"/>
                  </a:lnTo>
                  <a:lnTo>
                    <a:pt x="2558962" y="831575"/>
                  </a:lnTo>
                  <a:close/>
                </a:path>
                <a:path w="8119745" h="924560">
                  <a:moveTo>
                    <a:pt x="1122409" y="589303"/>
                  </a:moveTo>
                  <a:lnTo>
                    <a:pt x="1133348" y="592074"/>
                  </a:lnTo>
                  <a:lnTo>
                    <a:pt x="1133873" y="592074"/>
                  </a:lnTo>
                  <a:lnTo>
                    <a:pt x="1122409" y="589303"/>
                  </a:lnTo>
                  <a:close/>
                </a:path>
                <a:path w="8119745" h="924560">
                  <a:moveTo>
                    <a:pt x="988695" y="554677"/>
                  </a:moveTo>
                  <a:lnTo>
                    <a:pt x="1000473" y="557902"/>
                  </a:lnTo>
                  <a:lnTo>
                    <a:pt x="1000955" y="557902"/>
                  </a:lnTo>
                  <a:lnTo>
                    <a:pt x="988695" y="554677"/>
                  </a:lnTo>
                  <a:close/>
                </a:path>
                <a:path w="8119745" h="924560">
                  <a:moveTo>
                    <a:pt x="867252" y="520459"/>
                  </a:moveTo>
                  <a:lnTo>
                    <a:pt x="874243" y="522559"/>
                  </a:lnTo>
                  <a:lnTo>
                    <a:pt x="874551" y="522559"/>
                  </a:lnTo>
                  <a:lnTo>
                    <a:pt x="867252" y="520459"/>
                  </a:lnTo>
                  <a:close/>
                </a:path>
                <a:path w="8119745" h="924560">
                  <a:moveTo>
                    <a:pt x="534081" y="408329"/>
                  </a:moveTo>
                  <a:lnTo>
                    <a:pt x="539706" y="410573"/>
                  </a:lnTo>
                  <a:lnTo>
                    <a:pt x="540040" y="410573"/>
                  </a:lnTo>
                  <a:lnTo>
                    <a:pt x="534081" y="408329"/>
                  </a:lnTo>
                  <a:close/>
                </a:path>
                <a:path w="8119745" h="924560">
                  <a:moveTo>
                    <a:pt x="7752041" y="338604"/>
                  </a:moveTo>
                  <a:lnTo>
                    <a:pt x="7749923" y="339587"/>
                  </a:lnTo>
                  <a:lnTo>
                    <a:pt x="7750058" y="339587"/>
                  </a:lnTo>
                  <a:lnTo>
                    <a:pt x="7752041" y="338604"/>
                  </a:lnTo>
                  <a:close/>
                </a:path>
                <a:path w="8119745" h="924560">
                  <a:moveTo>
                    <a:pt x="8071548" y="95215"/>
                  </a:moveTo>
                  <a:lnTo>
                    <a:pt x="8061831" y="111125"/>
                  </a:lnTo>
                  <a:lnTo>
                    <a:pt x="8059420" y="115188"/>
                  </a:lnTo>
                  <a:lnTo>
                    <a:pt x="8044060" y="135777"/>
                  </a:lnTo>
                  <a:lnTo>
                    <a:pt x="8027751" y="154559"/>
                  </a:lnTo>
                  <a:lnTo>
                    <a:pt x="8026146" y="156463"/>
                  </a:lnTo>
                  <a:lnTo>
                    <a:pt x="8006340" y="176149"/>
                  </a:lnTo>
                  <a:lnTo>
                    <a:pt x="8005557" y="177047"/>
                  </a:lnTo>
                  <a:lnTo>
                    <a:pt x="7982218" y="197755"/>
                  </a:lnTo>
                  <a:lnTo>
                    <a:pt x="7981924" y="197961"/>
                  </a:lnTo>
                  <a:lnTo>
                    <a:pt x="7956386" y="218267"/>
                  </a:lnTo>
                  <a:lnTo>
                    <a:pt x="7956195" y="218476"/>
                  </a:lnTo>
                  <a:lnTo>
                    <a:pt x="7955833" y="218694"/>
                  </a:lnTo>
                  <a:lnTo>
                    <a:pt x="7955414" y="219039"/>
                  </a:lnTo>
                  <a:lnTo>
                    <a:pt x="7927848" y="238887"/>
                  </a:lnTo>
                  <a:lnTo>
                    <a:pt x="7897904" y="258725"/>
                  </a:lnTo>
                  <a:lnTo>
                    <a:pt x="7863338" y="279754"/>
                  </a:lnTo>
                  <a:lnTo>
                    <a:pt x="7824731" y="301524"/>
                  </a:lnTo>
                  <a:lnTo>
                    <a:pt x="7828207" y="299697"/>
                  </a:lnTo>
                  <a:lnTo>
                    <a:pt x="7853958" y="299697"/>
                  </a:lnTo>
                  <a:lnTo>
                    <a:pt x="7870317" y="290449"/>
                  </a:lnTo>
                  <a:lnTo>
                    <a:pt x="7903845" y="270001"/>
                  </a:lnTo>
                  <a:lnTo>
                    <a:pt x="7963916" y="228473"/>
                  </a:lnTo>
                  <a:lnTo>
                    <a:pt x="8014081" y="186436"/>
                  </a:lnTo>
                  <a:lnTo>
                    <a:pt x="8053832" y="143891"/>
                  </a:lnTo>
                  <a:lnTo>
                    <a:pt x="8083169" y="100584"/>
                  </a:lnTo>
                  <a:lnTo>
                    <a:pt x="8084855" y="95757"/>
                  </a:lnTo>
                  <a:lnTo>
                    <a:pt x="8071358" y="95757"/>
                  </a:lnTo>
                  <a:lnTo>
                    <a:pt x="8071548" y="95215"/>
                  </a:lnTo>
                  <a:close/>
                </a:path>
                <a:path w="8119745" h="924560">
                  <a:moveTo>
                    <a:pt x="8005557" y="177047"/>
                  </a:moveTo>
                  <a:lnTo>
                    <a:pt x="8005047" y="177387"/>
                  </a:lnTo>
                  <a:lnTo>
                    <a:pt x="8004404" y="178073"/>
                  </a:lnTo>
                  <a:lnTo>
                    <a:pt x="8005177" y="177387"/>
                  </a:lnTo>
                  <a:lnTo>
                    <a:pt x="8005437" y="177047"/>
                  </a:lnTo>
                  <a:close/>
                </a:path>
                <a:path w="8119745" h="924560">
                  <a:moveTo>
                    <a:pt x="101538" y="166809"/>
                  </a:moveTo>
                  <a:lnTo>
                    <a:pt x="101711" y="167108"/>
                  </a:lnTo>
                  <a:lnTo>
                    <a:pt x="101869" y="167108"/>
                  </a:lnTo>
                  <a:lnTo>
                    <a:pt x="101538" y="166809"/>
                  </a:lnTo>
                  <a:close/>
                </a:path>
                <a:path w="8119745" h="924560">
                  <a:moveTo>
                    <a:pt x="100526" y="165898"/>
                  </a:moveTo>
                  <a:lnTo>
                    <a:pt x="101412" y="166809"/>
                  </a:lnTo>
                  <a:lnTo>
                    <a:pt x="101391" y="166628"/>
                  </a:lnTo>
                  <a:lnTo>
                    <a:pt x="100526" y="165898"/>
                  </a:lnTo>
                  <a:close/>
                </a:path>
                <a:path w="8119745" h="924560">
                  <a:moveTo>
                    <a:pt x="8114109" y="72643"/>
                  </a:moveTo>
                  <a:lnTo>
                    <a:pt x="8079486" y="72643"/>
                  </a:lnTo>
                  <a:lnTo>
                    <a:pt x="8091424" y="76962"/>
                  </a:lnTo>
                  <a:lnTo>
                    <a:pt x="8087426" y="88401"/>
                  </a:lnTo>
                  <a:lnTo>
                    <a:pt x="8119491" y="96266"/>
                  </a:lnTo>
                  <a:lnTo>
                    <a:pt x="8114109" y="72643"/>
                  </a:lnTo>
                  <a:close/>
                </a:path>
                <a:path w="8119745" h="924560">
                  <a:moveTo>
                    <a:pt x="8085299" y="94487"/>
                  </a:moveTo>
                  <a:lnTo>
                    <a:pt x="8071993" y="94487"/>
                  </a:lnTo>
                  <a:lnTo>
                    <a:pt x="8071358" y="95757"/>
                  </a:lnTo>
                  <a:lnTo>
                    <a:pt x="8084855" y="95757"/>
                  </a:lnTo>
                  <a:lnTo>
                    <a:pt x="8085299" y="94487"/>
                  </a:lnTo>
                  <a:close/>
                </a:path>
                <a:path w="8119745" h="924560">
                  <a:moveTo>
                    <a:pt x="8075015" y="85356"/>
                  </a:moveTo>
                  <a:lnTo>
                    <a:pt x="8071548" y="95215"/>
                  </a:lnTo>
                  <a:lnTo>
                    <a:pt x="8071993" y="94487"/>
                  </a:lnTo>
                  <a:lnTo>
                    <a:pt x="8085299" y="94487"/>
                  </a:lnTo>
                  <a:lnTo>
                    <a:pt x="8087426" y="88401"/>
                  </a:lnTo>
                  <a:lnTo>
                    <a:pt x="8075015" y="85356"/>
                  </a:lnTo>
                  <a:close/>
                </a:path>
                <a:path w="8119745" h="924560">
                  <a:moveTo>
                    <a:pt x="8079486" y="72643"/>
                  </a:moveTo>
                  <a:lnTo>
                    <a:pt x="8075015" y="85356"/>
                  </a:lnTo>
                  <a:lnTo>
                    <a:pt x="8087426" y="88401"/>
                  </a:lnTo>
                  <a:lnTo>
                    <a:pt x="8091424" y="76962"/>
                  </a:lnTo>
                  <a:lnTo>
                    <a:pt x="8079486" y="72643"/>
                  </a:lnTo>
                  <a:close/>
                </a:path>
                <a:path w="8119745" h="924560">
                  <a:moveTo>
                    <a:pt x="8100568" y="13207"/>
                  </a:moveTo>
                  <a:lnTo>
                    <a:pt x="8045450" y="78105"/>
                  </a:lnTo>
                  <a:lnTo>
                    <a:pt x="8075015" y="85356"/>
                  </a:lnTo>
                  <a:lnTo>
                    <a:pt x="8079486" y="72643"/>
                  </a:lnTo>
                  <a:lnTo>
                    <a:pt x="8114109" y="72643"/>
                  </a:lnTo>
                  <a:lnTo>
                    <a:pt x="8100568" y="13207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2036445" y="1609725"/>
            <a:ext cx="8164195" cy="866775"/>
          </a:xfrm>
          <a:custGeom>
            <a:avLst/>
            <a:gdLst/>
            <a:ahLst/>
            <a:cxnLst/>
            <a:rect l="l" t="t" r="r" b="b"/>
            <a:pathLst>
              <a:path w="8164195" h="866775">
                <a:moveTo>
                  <a:pt x="7835594" y="556139"/>
                </a:moveTo>
                <a:lnTo>
                  <a:pt x="7805579" y="556139"/>
                </a:lnTo>
                <a:lnTo>
                  <a:pt x="7845933" y="574928"/>
                </a:lnTo>
                <a:lnTo>
                  <a:pt x="7884033" y="593978"/>
                </a:lnTo>
                <a:lnTo>
                  <a:pt x="7919847" y="613155"/>
                </a:lnTo>
                <a:lnTo>
                  <a:pt x="7984362" y="651763"/>
                </a:lnTo>
                <a:lnTo>
                  <a:pt x="8038464" y="690372"/>
                </a:lnTo>
                <a:lnTo>
                  <a:pt x="8082831" y="729785"/>
                </a:lnTo>
                <a:lnTo>
                  <a:pt x="8116099" y="768800"/>
                </a:lnTo>
                <a:lnTo>
                  <a:pt x="8116495" y="769205"/>
                </a:lnTo>
                <a:lnTo>
                  <a:pt x="8116644" y="769492"/>
                </a:lnTo>
                <a:lnTo>
                  <a:pt x="8116863" y="769775"/>
                </a:lnTo>
                <a:lnTo>
                  <a:pt x="8128898" y="788389"/>
                </a:lnTo>
                <a:lnTo>
                  <a:pt x="8129083" y="788797"/>
                </a:lnTo>
                <a:lnTo>
                  <a:pt x="8138588" y="807569"/>
                </a:lnTo>
                <a:lnTo>
                  <a:pt x="8138683" y="807830"/>
                </a:lnTo>
                <a:lnTo>
                  <a:pt x="8138922" y="808227"/>
                </a:lnTo>
                <a:lnTo>
                  <a:pt x="8138774" y="808227"/>
                </a:lnTo>
                <a:lnTo>
                  <a:pt x="8144463" y="823722"/>
                </a:lnTo>
                <a:lnTo>
                  <a:pt x="8145653" y="826897"/>
                </a:lnTo>
                <a:lnTo>
                  <a:pt x="8145707" y="827060"/>
                </a:lnTo>
                <a:lnTo>
                  <a:pt x="8145820" y="827659"/>
                </a:lnTo>
                <a:lnTo>
                  <a:pt x="8149594" y="844803"/>
                </a:lnTo>
                <a:lnTo>
                  <a:pt x="8149971" y="846201"/>
                </a:lnTo>
                <a:lnTo>
                  <a:pt x="8151427" y="865377"/>
                </a:lnTo>
                <a:lnTo>
                  <a:pt x="8151495" y="866266"/>
                </a:lnTo>
                <a:lnTo>
                  <a:pt x="8164068" y="865377"/>
                </a:lnTo>
                <a:lnTo>
                  <a:pt x="8162713" y="847089"/>
                </a:lnTo>
                <a:lnTo>
                  <a:pt x="8162647" y="846201"/>
                </a:lnTo>
                <a:lnTo>
                  <a:pt x="8162544" y="844803"/>
                </a:lnTo>
                <a:lnTo>
                  <a:pt x="8157972" y="823722"/>
                </a:lnTo>
                <a:lnTo>
                  <a:pt x="8152303" y="808227"/>
                </a:lnTo>
                <a:lnTo>
                  <a:pt x="8138922" y="808227"/>
                </a:lnTo>
                <a:lnTo>
                  <a:pt x="8138720" y="807830"/>
                </a:lnTo>
                <a:lnTo>
                  <a:pt x="8152158" y="807830"/>
                </a:lnTo>
                <a:lnTo>
                  <a:pt x="8150352" y="802894"/>
                </a:lnTo>
                <a:lnTo>
                  <a:pt x="8126603" y="761619"/>
                </a:lnTo>
                <a:lnTo>
                  <a:pt x="8091932" y="720851"/>
                </a:lnTo>
                <a:lnTo>
                  <a:pt x="8046720" y="680720"/>
                </a:lnTo>
                <a:lnTo>
                  <a:pt x="7991221" y="641096"/>
                </a:lnTo>
                <a:lnTo>
                  <a:pt x="7925943" y="601979"/>
                </a:lnTo>
                <a:lnTo>
                  <a:pt x="7889748" y="582676"/>
                </a:lnTo>
                <a:lnTo>
                  <a:pt x="7851394" y="563499"/>
                </a:lnTo>
                <a:lnTo>
                  <a:pt x="7835594" y="556139"/>
                </a:lnTo>
                <a:close/>
              </a:path>
              <a:path w="8164195" h="866775">
                <a:moveTo>
                  <a:pt x="0" y="769492"/>
                </a:moveTo>
                <a:lnTo>
                  <a:pt x="16382" y="853059"/>
                </a:lnTo>
                <a:lnTo>
                  <a:pt x="69627" y="794003"/>
                </a:lnTo>
                <a:lnTo>
                  <a:pt x="39369" y="794003"/>
                </a:lnTo>
                <a:lnTo>
                  <a:pt x="27305" y="789813"/>
                </a:lnTo>
                <a:lnTo>
                  <a:pt x="31462" y="778202"/>
                </a:lnTo>
                <a:lnTo>
                  <a:pt x="0" y="769492"/>
                </a:lnTo>
                <a:close/>
              </a:path>
              <a:path w="8164195" h="866775">
                <a:moveTo>
                  <a:pt x="31462" y="778202"/>
                </a:moveTo>
                <a:lnTo>
                  <a:pt x="27305" y="789813"/>
                </a:lnTo>
                <a:lnTo>
                  <a:pt x="39369" y="794003"/>
                </a:lnTo>
                <a:lnTo>
                  <a:pt x="43737" y="781600"/>
                </a:lnTo>
                <a:lnTo>
                  <a:pt x="31462" y="778202"/>
                </a:lnTo>
                <a:close/>
              </a:path>
              <a:path w="8164195" h="866775">
                <a:moveTo>
                  <a:pt x="43737" y="781600"/>
                </a:moveTo>
                <a:lnTo>
                  <a:pt x="39369" y="794003"/>
                </a:lnTo>
                <a:lnTo>
                  <a:pt x="69627" y="794003"/>
                </a:lnTo>
                <a:lnTo>
                  <a:pt x="73406" y="789813"/>
                </a:lnTo>
                <a:lnTo>
                  <a:pt x="43737" y="781600"/>
                </a:lnTo>
                <a:close/>
              </a:path>
              <a:path w="8164195" h="866775">
                <a:moveTo>
                  <a:pt x="4087114" y="0"/>
                </a:moveTo>
                <a:lnTo>
                  <a:pt x="3896232" y="1270"/>
                </a:lnTo>
                <a:lnTo>
                  <a:pt x="3705859" y="4952"/>
                </a:lnTo>
                <a:lnTo>
                  <a:pt x="3512085" y="11049"/>
                </a:lnTo>
                <a:lnTo>
                  <a:pt x="3513175" y="11049"/>
                </a:lnTo>
                <a:lnTo>
                  <a:pt x="3327527" y="19050"/>
                </a:lnTo>
                <a:lnTo>
                  <a:pt x="3140329" y="29463"/>
                </a:lnTo>
                <a:lnTo>
                  <a:pt x="2955163" y="41910"/>
                </a:lnTo>
                <a:lnTo>
                  <a:pt x="2772156" y="56387"/>
                </a:lnTo>
                <a:lnTo>
                  <a:pt x="2591816" y="72771"/>
                </a:lnTo>
                <a:lnTo>
                  <a:pt x="2414397" y="91186"/>
                </a:lnTo>
                <a:lnTo>
                  <a:pt x="2240280" y="111251"/>
                </a:lnTo>
                <a:lnTo>
                  <a:pt x="2069972" y="132969"/>
                </a:lnTo>
                <a:lnTo>
                  <a:pt x="1903730" y="156463"/>
                </a:lnTo>
                <a:lnTo>
                  <a:pt x="1741932" y="181355"/>
                </a:lnTo>
                <a:lnTo>
                  <a:pt x="1584959" y="207772"/>
                </a:lnTo>
                <a:lnTo>
                  <a:pt x="1433321" y="235585"/>
                </a:lnTo>
                <a:lnTo>
                  <a:pt x="1287271" y="264795"/>
                </a:lnTo>
                <a:lnTo>
                  <a:pt x="1216279" y="279780"/>
                </a:lnTo>
                <a:lnTo>
                  <a:pt x="1079246" y="310769"/>
                </a:lnTo>
                <a:lnTo>
                  <a:pt x="948690" y="342900"/>
                </a:lnTo>
                <a:lnTo>
                  <a:pt x="885952" y="359283"/>
                </a:lnTo>
                <a:lnTo>
                  <a:pt x="765937" y="393064"/>
                </a:lnTo>
                <a:lnTo>
                  <a:pt x="708660" y="410210"/>
                </a:lnTo>
                <a:lnTo>
                  <a:pt x="653288" y="427609"/>
                </a:lnTo>
                <a:lnTo>
                  <a:pt x="599821" y="445262"/>
                </a:lnTo>
                <a:lnTo>
                  <a:pt x="548386" y="463169"/>
                </a:lnTo>
                <a:lnTo>
                  <a:pt x="499110" y="481202"/>
                </a:lnTo>
                <a:lnTo>
                  <a:pt x="451866" y="499363"/>
                </a:lnTo>
                <a:lnTo>
                  <a:pt x="406654" y="517778"/>
                </a:lnTo>
                <a:lnTo>
                  <a:pt x="363600" y="536321"/>
                </a:lnTo>
                <a:lnTo>
                  <a:pt x="322834" y="555116"/>
                </a:lnTo>
                <a:lnTo>
                  <a:pt x="284353" y="574039"/>
                </a:lnTo>
                <a:lnTo>
                  <a:pt x="248285" y="593089"/>
                </a:lnTo>
                <a:lnTo>
                  <a:pt x="214375" y="612266"/>
                </a:lnTo>
                <a:lnTo>
                  <a:pt x="154050" y="651128"/>
                </a:lnTo>
                <a:lnTo>
                  <a:pt x="103631" y="690372"/>
                </a:lnTo>
                <a:lnTo>
                  <a:pt x="63627" y="730250"/>
                </a:lnTo>
                <a:lnTo>
                  <a:pt x="34036" y="771016"/>
                </a:lnTo>
                <a:lnTo>
                  <a:pt x="31462" y="778202"/>
                </a:lnTo>
                <a:lnTo>
                  <a:pt x="43737" y="781600"/>
                </a:lnTo>
                <a:lnTo>
                  <a:pt x="45272" y="777239"/>
                </a:lnTo>
                <a:lnTo>
                  <a:pt x="45085" y="777239"/>
                </a:lnTo>
                <a:lnTo>
                  <a:pt x="45719" y="775970"/>
                </a:lnTo>
                <a:lnTo>
                  <a:pt x="45920" y="775970"/>
                </a:lnTo>
                <a:lnTo>
                  <a:pt x="57704" y="758063"/>
                </a:lnTo>
                <a:lnTo>
                  <a:pt x="57904" y="757733"/>
                </a:lnTo>
                <a:lnTo>
                  <a:pt x="73551" y="738196"/>
                </a:lnTo>
                <a:lnTo>
                  <a:pt x="111727" y="700155"/>
                </a:lnTo>
                <a:lnTo>
                  <a:pt x="162254" y="660894"/>
                </a:lnTo>
                <a:lnTo>
                  <a:pt x="221295" y="622866"/>
                </a:lnTo>
                <a:lnTo>
                  <a:pt x="290194" y="585342"/>
                </a:lnTo>
                <a:lnTo>
                  <a:pt x="328217" y="566647"/>
                </a:lnTo>
                <a:lnTo>
                  <a:pt x="327948" y="566647"/>
                </a:lnTo>
                <a:lnTo>
                  <a:pt x="368781" y="547948"/>
                </a:lnTo>
                <a:lnTo>
                  <a:pt x="411606" y="529463"/>
                </a:lnTo>
                <a:lnTo>
                  <a:pt x="458859" y="510241"/>
                </a:lnTo>
                <a:lnTo>
                  <a:pt x="503555" y="493013"/>
                </a:lnTo>
                <a:lnTo>
                  <a:pt x="552704" y="475107"/>
                </a:lnTo>
                <a:lnTo>
                  <a:pt x="604012" y="457326"/>
                </a:lnTo>
                <a:lnTo>
                  <a:pt x="657225" y="439674"/>
                </a:lnTo>
                <a:lnTo>
                  <a:pt x="712469" y="422401"/>
                </a:lnTo>
                <a:lnTo>
                  <a:pt x="769493" y="405257"/>
                </a:lnTo>
                <a:lnTo>
                  <a:pt x="828548" y="388365"/>
                </a:lnTo>
                <a:lnTo>
                  <a:pt x="889381" y="371601"/>
                </a:lnTo>
                <a:lnTo>
                  <a:pt x="951865" y="355219"/>
                </a:lnTo>
                <a:lnTo>
                  <a:pt x="1082167" y="323214"/>
                </a:lnTo>
                <a:lnTo>
                  <a:pt x="1219072" y="292226"/>
                </a:lnTo>
                <a:lnTo>
                  <a:pt x="1289812" y="277240"/>
                </a:lnTo>
                <a:lnTo>
                  <a:pt x="1437281" y="247747"/>
                </a:lnTo>
                <a:lnTo>
                  <a:pt x="1586686" y="220320"/>
                </a:lnTo>
                <a:lnTo>
                  <a:pt x="1744091" y="193928"/>
                </a:lnTo>
                <a:lnTo>
                  <a:pt x="1905634" y="168910"/>
                </a:lnTo>
                <a:lnTo>
                  <a:pt x="2071751" y="145541"/>
                </a:lnTo>
                <a:lnTo>
                  <a:pt x="2241804" y="123825"/>
                </a:lnTo>
                <a:lnTo>
                  <a:pt x="2415794" y="103759"/>
                </a:lnTo>
                <a:lnTo>
                  <a:pt x="2593085" y="85471"/>
                </a:lnTo>
                <a:lnTo>
                  <a:pt x="2773408" y="69078"/>
                </a:lnTo>
                <a:lnTo>
                  <a:pt x="2956052" y="54610"/>
                </a:lnTo>
                <a:lnTo>
                  <a:pt x="3141218" y="42163"/>
                </a:lnTo>
                <a:lnTo>
                  <a:pt x="3328162" y="31750"/>
                </a:lnTo>
                <a:lnTo>
                  <a:pt x="3516629" y="23622"/>
                </a:lnTo>
                <a:lnTo>
                  <a:pt x="3702290" y="17652"/>
                </a:lnTo>
                <a:lnTo>
                  <a:pt x="3699451" y="17652"/>
                </a:lnTo>
                <a:lnTo>
                  <a:pt x="3896359" y="13970"/>
                </a:lnTo>
                <a:lnTo>
                  <a:pt x="4695253" y="12700"/>
                </a:lnTo>
                <a:lnTo>
                  <a:pt x="4658106" y="11049"/>
                </a:lnTo>
                <a:lnTo>
                  <a:pt x="4468368" y="4952"/>
                </a:lnTo>
                <a:lnTo>
                  <a:pt x="4277995" y="1270"/>
                </a:lnTo>
                <a:lnTo>
                  <a:pt x="4087114" y="0"/>
                </a:lnTo>
                <a:close/>
              </a:path>
              <a:path w="8164195" h="866775">
                <a:moveTo>
                  <a:pt x="45488" y="776626"/>
                </a:moveTo>
                <a:lnTo>
                  <a:pt x="45085" y="777239"/>
                </a:lnTo>
                <a:lnTo>
                  <a:pt x="45272" y="777239"/>
                </a:lnTo>
                <a:lnTo>
                  <a:pt x="45488" y="776626"/>
                </a:lnTo>
                <a:close/>
              </a:path>
              <a:path w="8164195" h="866775">
                <a:moveTo>
                  <a:pt x="45920" y="775970"/>
                </a:moveTo>
                <a:lnTo>
                  <a:pt x="45719" y="775970"/>
                </a:lnTo>
                <a:lnTo>
                  <a:pt x="45488" y="776626"/>
                </a:lnTo>
                <a:lnTo>
                  <a:pt x="45920" y="775970"/>
                </a:lnTo>
                <a:close/>
              </a:path>
              <a:path w="8164195" h="866775">
                <a:moveTo>
                  <a:pt x="8036872" y="689180"/>
                </a:moveTo>
                <a:lnTo>
                  <a:pt x="8038720" y="690733"/>
                </a:lnTo>
                <a:lnTo>
                  <a:pt x="8038667" y="690524"/>
                </a:lnTo>
                <a:lnTo>
                  <a:pt x="8038439" y="690372"/>
                </a:lnTo>
                <a:lnTo>
                  <a:pt x="8036872" y="689180"/>
                </a:lnTo>
                <a:close/>
              </a:path>
              <a:path w="8164195" h="866775">
                <a:moveTo>
                  <a:pt x="331868" y="564852"/>
                </a:moveTo>
                <a:lnTo>
                  <a:pt x="327948" y="566647"/>
                </a:lnTo>
                <a:lnTo>
                  <a:pt x="328217" y="566647"/>
                </a:lnTo>
                <a:lnTo>
                  <a:pt x="331868" y="564852"/>
                </a:lnTo>
                <a:close/>
              </a:path>
              <a:path w="8164195" h="866775">
                <a:moveTo>
                  <a:pt x="7751170" y="518798"/>
                </a:moveTo>
                <a:lnTo>
                  <a:pt x="7717854" y="518798"/>
                </a:lnTo>
                <a:lnTo>
                  <a:pt x="7762621" y="537210"/>
                </a:lnTo>
                <a:lnTo>
                  <a:pt x="7808309" y="557410"/>
                </a:lnTo>
                <a:lnTo>
                  <a:pt x="7805579" y="556139"/>
                </a:lnTo>
                <a:lnTo>
                  <a:pt x="7835594" y="556139"/>
                </a:lnTo>
                <a:lnTo>
                  <a:pt x="7810500" y="544449"/>
                </a:lnTo>
                <a:lnTo>
                  <a:pt x="7767574" y="525526"/>
                </a:lnTo>
                <a:lnTo>
                  <a:pt x="7751170" y="518798"/>
                </a:lnTo>
                <a:close/>
              </a:path>
              <a:path w="8164195" h="866775">
                <a:moveTo>
                  <a:pt x="368939" y="547948"/>
                </a:moveTo>
                <a:lnTo>
                  <a:pt x="368789" y="547948"/>
                </a:lnTo>
                <a:lnTo>
                  <a:pt x="366323" y="549074"/>
                </a:lnTo>
                <a:lnTo>
                  <a:pt x="368939" y="547948"/>
                </a:lnTo>
                <a:close/>
              </a:path>
              <a:path w="8164195" h="866775">
                <a:moveTo>
                  <a:pt x="4695253" y="12700"/>
                </a:moveTo>
                <a:lnTo>
                  <a:pt x="4087114" y="12700"/>
                </a:lnTo>
                <a:lnTo>
                  <a:pt x="4277868" y="13970"/>
                </a:lnTo>
                <a:lnTo>
                  <a:pt x="4468113" y="17652"/>
                </a:lnTo>
                <a:lnTo>
                  <a:pt x="4657598" y="23622"/>
                </a:lnTo>
                <a:lnTo>
                  <a:pt x="4846065" y="32003"/>
                </a:lnTo>
                <a:lnTo>
                  <a:pt x="5033009" y="42545"/>
                </a:lnTo>
                <a:lnTo>
                  <a:pt x="5218176" y="55245"/>
                </a:lnTo>
                <a:lnTo>
                  <a:pt x="5400929" y="69850"/>
                </a:lnTo>
                <a:lnTo>
                  <a:pt x="5581141" y="86487"/>
                </a:lnTo>
                <a:lnTo>
                  <a:pt x="5758433" y="105028"/>
                </a:lnTo>
                <a:lnTo>
                  <a:pt x="5932424" y="125475"/>
                </a:lnTo>
                <a:lnTo>
                  <a:pt x="6102477" y="147574"/>
                </a:lnTo>
                <a:lnTo>
                  <a:pt x="6267244" y="171004"/>
                </a:lnTo>
                <a:lnTo>
                  <a:pt x="6430263" y="196596"/>
                </a:lnTo>
                <a:lnTo>
                  <a:pt x="6586982" y="223392"/>
                </a:lnTo>
                <a:lnTo>
                  <a:pt x="6736935" y="251297"/>
                </a:lnTo>
                <a:lnTo>
                  <a:pt x="6884415" y="281177"/>
                </a:lnTo>
                <a:lnTo>
                  <a:pt x="7024370" y="311912"/>
                </a:lnTo>
                <a:lnTo>
                  <a:pt x="7092060" y="327787"/>
                </a:lnTo>
                <a:lnTo>
                  <a:pt x="7157974" y="343915"/>
                </a:lnTo>
                <a:lnTo>
                  <a:pt x="7284847" y="377063"/>
                </a:lnTo>
                <a:lnTo>
                  <a:pt x="7345680" y="393953"/>
                </a:lnTo>
                <a:lnTo>
                  <a:pt x="7404734" y="411099"/>
                </a:lnTo>
                <a:lnTo>
                  <a:pt x="7461758" y="428498"/>
                </a:lnTo>
                <a:lnTo>
                  <a:pt x="7517003" y="446150"/>
                </a:lnTo>
                <a:lnTo>
                  <a:pt x="7570215" y="463930"/>
                </a:lnTo>
                <a:lnTo>
                  <a:pt x="7621524" y="482091"/>
                </a:lnTo>
                <a:lnTo>
                  <a:pt x="7670673" y="500252"/>
                </a:lnTo>
                <a:lnTo>
                  <a:pt x="7722147" y="520564"/>
                </a:lnTo>
                <a:lnTo>
                  <a:pt x="7717854" y="518798"/>
                </a:lnTo>
                <a:lnTo>
                  <a:pt x="7751170" y="518798"/>
                </a:lnTo>
                <a:lnTo>
                  <a:pt x="7722361" y="506984"/>
                </a:lnTo>
                <a:lnTo>
                  <a:pt x="7675118" y="488441"/>
                </a:lnTo>
                <a:lnTo>
                  <a:pt x="7625841" y="470026"/>
                </a:lnTo>
                <a:lnTo>
                  <a:pt x="7574280" y="451992"/>
                </a:lnTo>
                <a:lnTo>
                  <a:pt x="7520939" y="434086"/>
                </a:lnTo>
                <a:lnTo>
                  <a:pt x="7465440" y="416433"/>
                </a:lnTo>
                <a:lnTo>
                  <a:pt x="7408290" y="398907"/>
                </a:lnTo>
                <a:lnTo>
                  <a:pt x="7349108" y="381762"/>
                </a:lnTo>
                <a:lnTo>
                  <a:pt x="7288149" y="364744"/>
                </a:lnTo>
                <a:lnTo>
                  <a:pt x="7161022" y="331597"/>
                </a:lnTo>
                <a:lnTo>
                  <a:pt x="7094982" y="315467"/>
                </a:lnTo>
                <a:lnTo>
                  <a:pt x="6957822" y="283972"/>
                </a:lnTo>
                <a:lnTo>
                  <a:pt x="6886956" y="268732"/>
                </a:lnTo>
                <a:lnTo>
                  <a:pt x="6740779" y="239140"/>
                </a:lnTo>
                <a:lnTo>
                  <a:pt x="6589140" y="210947"/>
                </a:lnTo>
                <a:lnTo>
                  <a:pt x="6432169" y="184023"/>
                </a:lnTo>
                <a:lnTo>
                  <a:pt x="6270371" y="158750"/>
                </a:lnTo>
                <a:lnTo>
                  <a:pt x="6104255" y="135000"/>
                </a:lnTo>
                <a:lnTo>
                  <a:pt x="5933948" y="112902"/>
                </a:lnTo>
                <a:lnTo>
                  <a:pt x="5759831" y="92455"/>
                </a:lnTo>
                <a:lnTo>
                  <a:pt x="5582411" y="73913"/>
                </a:lnTo>
                <a:lnTo>
                  <a:pt x="5401945" y="57150"/>
                </a:lnTo>
                <a:lnTo>
                  <a:pt x="5219064" y="42545"/>
                </a:lnTo>
                <a:lnTo>
                  <a:pt x="5033772" y="29845"/>
                </a:lnTo>
                <a:lnTo>
                  <a:pt x="4846701" y="19430"/>
                </a:lnTo>
                <a:lnTo>
                  <a:pt x="4695253" y="12700"/>
                </a:lnTo>
                <a:close/>
              </a:path>
              <a:path w="8164195" h="866775">
                <a:moveTo>
                  <a:pt x="1587263" y="220320"/>
                </a:moveTo>
                <a:lnTo>
                  <a:pt x="1586697" y="220320"/>
                </a:lnTo>
                <a:lnTo>
                  <a:pt x="1580335" y="221486"/>
                </a:lnTo>
                <a:lnTo>
                  <a:pt x="1587263" y="220320"/>
                </a:lnTo>
                <a:close/>
              </a:path>
            </a:pathLst>
          </a:custGeom>
          <a:solidFill>
            <a:srgbClr val="2CC3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93870" y="2135581"/>
            <a:ext cx="3568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Reverse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process: </a:t>
            </a:r>
            <a:r>
              <a:rPr sz="1800" b="1" spc="-30" dirty="0">
                <a:latin typeface="Tahoma"/>
                <a:cs typeface="Tahoma"/>
              </a:rPr>
              <a:t>Neural</a:t>
            </a:r>
            <a:r>
              <a:rPr sz="1800" b="1" spc="5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network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39080" y="5120385"/>
            <a:ext cx="2485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Forward</a:t>
            </a:r>
            <a:r>
              <a:rPr sz="1800" spc="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process:</a:t>
            </a:r>
            <a:r>
              <a:rPr sz="1800" spc="95" dirty="0">
                <a:latin typeface="Tahoma"/>
                <a:cs typeface="Tahoma"/>
              </a:rPr>
              <a:t> </a:t>
            </a:r>
            <a:r>
              <a:rPr sz="1800" b="1" spc="-20" dirty="0">
                <a:latin typeface="Tahoma"/>
                <a:cs typeface="Tahoma"/>
              </a:rPr>
              <a:t>Fixed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65" dirty="0"/>
              <a:t>Performing</a:t>
            </a:r>
            <a:r>
              <a:rPr spc="-55" dirty="0"/>
              <a:t> </a:t>
            </a:r>
            <a:r>
              <a:rPr spc="-370" dirty="0"/>
              <a:t>many</a:t>
            </a:r>
            <a:r>
              <a:rPr spc="-10" dirty="0"/>
              <a:t> </a:t>
            </a:r>
            <a:r>
              <a:rPr spc="-370" dirty="0"/>
              <a:t>steps</a:t>
            </a:r>
            <a:r>
              <a:rPr spc="-40" dirty="0"/>
              <a:t> </a:t>
            </a:r>
            <a:r>
              <a:rPr spc="-395" dirty="0"/>
              <a:t>on</a:t>
            </a:r>
            <a:r>
              <a:rPr spc="-10" dirty="0"/>
              <a:t> </a:t>
            </a:r>
            <a:r>
              <a:rPr dirty="0"/>
              <a:t>big</a:t>
            </a:r>
            <a:r>
              <a:rPr spc="-60" dirty="0"/>
              <a:t> </a:t>
            </a:r>
            <a:r>
              <a:rPr spc="-325" dirty="0"/>
              <a:t>images</a:t>
            </a:r>
            <a:r>
              <a:rPr spc="-20" dirty="0"/>
              <a:t> </a:t>
            </a:r>
            <a:r>
              <a:rPr spc="-385" dirty="0"/>
              <a:t>is</a:t>
            </a:r>
            <a:r>
              <a:rPr spc="-20" dirty="0"/>
              <a:t> </a:t>
            </a:r>
            <a:r>
              <a:rPr b="1" spc="-290" dirty="0">
                <a:latin typeface="Arial"/>
                <a:cs typeface="Arial"/>
              </a:rPr>
              <a:t>slow</a:t>
            </a:r>
          </a:p>
        </p:txBody>
      </p:sp>
      <p:sp>
        <p:nvSpPr>
          <p:cNvPr id="22" name="object 22"/>
          <p:cNvSpPr/>
          <p:nvPr/>
        </p:nvSpPr>
        <p:spPr>
          <a:xfrm>
            <a:off x="1463166" y="4838700"/>
            <a:ext cx="298450" cy="743585"/>
          </a:xfrm>
          <a:custGeom>
            <a:avLst/>
            <a:gdLst/>
            <a:ahLst/>
            <a:cxnLst/>
            <a:rect l="l" t="t" r="r" b="b"/>
            <a:pathLst>
              <a:path w="298450" h="743585">
                <a:moveTo>
                  <a:pt x="256317" y="68883"/>
                </a:moveTo>
                <a:lnTo>
                  <a:pt x="0" y="738505"/>
                </a:lnTo>
                <a:lnTo>
                  <a:pt x="11938" y="743077"/>
                </a:lnTo>
                <a:lnTo>
                  <a:pt x="268254" y="73458"/>
                </a:lnTo>
                <a:lnTo>
                  <a:pt x="256317" y="68883"/>
                </a:lnTo>
                <a:close/>
              </a:path>
              <a:path w="298450" h="743585">
                <a:moveTo>
                  <a:pt x="295194" y="57023"/>
                </a:moveTo>
                <a:lnTo>
                  <a:pt x="260858" y="57023"/>
                </a:lnTo>
                <a:lnTo>
                  <a:pt x="272796" y="61594"/>
                </a:lnTo>
                <a:lnTo>
                  <a:pt x="268254" y="73458"/>
                </a:lnTo>
                <a:lnTo>
                  <a:pt x="297941" y="84836"/>
                </a:lnTo>
                <a:lnTo>
                  <a:pt x="295244" y="57531"/>
                </a:lnTo>
                <a:lnTo>
                  <a:pt x="295194" y="57023"/>
                </a:lnTo>
                <a:close/>
              </a:path>
              <a:path w="298450" h="743585">
                <a:moveTo>
                  <a:pt x="260858" y="57023"/>
                </a:moveTo>
                <a:lnTo>
                  <a:pt x="256317" y="68883"/>
                </a:lnTo>
                <a:lnTo>
                  <a:pt x="268254" y="73458"/>
                </a:lnTo>
                <a:lnTo>
                  <a:pt x="272796" y="61594"/>
                </a:lnTo>
                <a:lnTo>
                  <a:pt x="260858" y="57023"/>
                </a:lnTo>
                <a:close/>
              </a:path>
              <a:path w="298450" h="743585">
                <a:moveTo>
                  <a:pt x="289559" y="0"/>
                </a:moveTo>
                <a:lnTo>
                  <a:pt x="226695" y="57531"/>
                </a:lnTo>
                <a:lnTo>
                  <a:pt x="256317" y="68883"/>
                </a:lnTo>
                <a:lnTo>
                  <a:pt x="260858" y="57023"/>
                </a:lnTo>
                <a:lnTo>
                  <a:pt x="295194" y="57023"/>
                </a:lnTo>
                <a:lnTo>
                  <a:pt x="289559" y="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28065" y="5741670"/>
            <a:ext cx="82169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+mn-lt"/>
                <a:cs typeface="Tahoma"/>
              </a:rPr>
              <a:t>Since</a:t>
            </a:r>
            <a:r>
              <a:rPr sz="1200" spc="-1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the</a:t>
            </a:r>
            <a:r>
              <a:rPr sz="1200" spc="4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latent</a:t>
            </a:r>
            <a:r>
              <a:rPr sz="1200" spc="1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variables</a:t>
            </a:r>
            <a:r>
              <a:rPr sz="1200" spc="1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have</a:t>
            </a:r>
            <a:r>
              <a:rPr sz="1200" spc="1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the</a:t>
            </a:r>
            <a:r>
              <a:rPr sz="1200" spc="2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same</a:t>
            </a:r>
            <a:r>
              <a:rPr sz="1200" spc="1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dimension</a:t>
            </a:r>
            <a:r>
              <a:rPr sz="1200" spc="-10" dirty="0">
                <a:latin typeface="+mn-lt"/>
                <a:cs typeface="Tahoma"/>
              </a:rPr>
              <a:t> (size</a:t>
            </a:r>
            <a:r>
              <a:rPr sz="1200" spc="1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of</a:t>
            </a:r>
            <a:r>
              <a:rPr sz="1200" spc="2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the</a:t>
            </a:r>
            <a:r>
              <a:rPr sz="1200" spc="2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vector)</a:t>
            </a:r>
            <a:r>
              <a:rPr sz="1200" spc="-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as</a:t>
            </a:r>
            <a:r>
              <a:rPr sz="1200" spc="1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the</a:t>
            </a:r>
            <a:r>
              <a:rPr sz="1200" spc="2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original</a:t>
            </a:r>
            <a:r>
              <a:rPr sz="1200" spc="-2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data,</a:t>
            </a:r>
            <a:r>
              <a:rPr sz="1200" spc="3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if</a:t>
            </a:r>
            <a:r>
              <a:rPr sz="1200" spc="3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we</a:t>
            </a:r>
            <a:r>
              <a:rPr sz="1200" spc="2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want</a:t>
            </a:r>
            <a:r>
              <a:rPr sz="1200" spc="1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to</a:t>
            </a:r>
            <a:r>
              <a:rPr sz="1200" spc="2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perform</a:t>
            </a:r>
            <a:r>
              <a:rPr sz="1200" spc="-2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many</a:t>
            </a:r>
            <a:r>
              <a:rPr sz="1200" spc="1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steps to</a:t>
            </a:r>
            <a:r>
              <a:rPr sz="1200" spc="20" dirty="0">
                <a:latin typeface="+mn-lt"/>
                <a:cs typeface="Tahoma"/>
              </a:rPr>
              <a:t> </a:t>
            </a:r>
            <a:r>
              <a:rPr sz="1200" spc="-10" dirty="0">
                <a:latin typeface="+mn-lt"/>
                <a:cs typeface="Tahoma"/>
              </a:rPr>
              <a:t>denoise </a:t>
            </a:r>
            <a:r>
              <a:rPr sz="1200" dirty="0">
                <a:latin typeface="+mn-lt"/>
                <a:cs typeface="Tahoma"/>
              </a:rPr>
              <a:t>an</a:t>
            </a:r>
            <a:r>
              <a:rPr sz="1200" spc="2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image,</a:t>
            </a:r>
            <a:r>
              <a:rPr sz="1200" spc="-1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that</a:t>
            </a:r>
            <a:r>
              <a:rPr sz="1200" spc="3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would</a:t>
            </a:r>
            <a:r>
              <a:rPr sz="1200" spc="-1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result</a:t>
            </a:r>
            <a:r>
              <a:rPr sz="1200" spc="1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in</a:t>
            </a:r>
            <a:r>
              <a:rPr sz="1200" spc="2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a</a:t>
            </a:r>
            <a:r>
              <a:rPr sz="1200" spc="2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lot</a:t>
            </a:r>
            <a:r>
              <a:rPr sz="1200" spc="1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of</a:t>
            </a:r>
            <a:r>
              <a:rPr sz="1200" spc="1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steps</a:t>
            </a:r>
            <a:r>
              <a:rPr sz="1200" spc="-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through</a:t>
            </a:r>
            <a:r>
              <a:rPr sz="1200" spc="-1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the</a:t>
            </a:r>
            <a:r>
              <a:rPr sz="1200" spc="2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Unet,</a:t>
            </a:r>
            <a:r>
              <a:rPr sz="1200" spc="3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which</a:t>
            </a:r>
            <a:r>
              <a:rPr sz="1200" spc="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can</a:t>
            </a:r>
            <a:r>
              <a:rPr sz="1200" spc="25" dirty="0">
                <a:latin typeface="+mn-lt"/>
                <a:cs typeface="Tahoma"/>
              </a:rPr>
              <a:t> </a:t>
            </a:r>
            <a:r>
              <a:rPr sz="1200" spc="70" dirty="0">
                <a:latin typeface="+mn-lt"/>
                <a:cs typeface="Tahoma"/>
              </a:rPr>
              <a:t>be</a:t>
            </a:r>
            <a:r>
              <a:rPr sz="1200" spc="1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very</a:t>
            </a:r>
            <a:r>
              <a:rPr sz="1200" spc="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slow</a:t>
            </a:r>
            <a:r>
              <a:rPr sz="1200" spc="-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if</a:t>
            </a:r>
            <a:r>
              <a:rPr sz="1200" spc="2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the</a:t>
            </a:r>
            <a:r>
              <a:rPr sz="1200" spc="1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matrix</a:t>
            </a:r>
            <a:r>
              <a:rPr sz="1200" spc="-2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representing</a:t>
            </a:r>
            <a:r>
              <a:rPr sz="1200" spc="-2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our data/latent</a:t>
            </a:r>
            <a:r>
              <a:rPr sz="1200" spc="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is</a:t>
            </a:r>
            <a:r>
              <a:rPr sz="1200" spc="25" dirty="0">
                <a:latin typeface="+mn-lt"/>
                <a:cs typeface="Tahoma"/>
              </a:rPr>
              <a:t> </a:t>
            </a:r>
            <a:r>
              <a:rPr sz="1200" spc="-10" dirty="0">
                <a:latin typeface="+mn-lt"/>
                <a:cs typeface="Tahoma"/>
              </a:rPr>
              <a:t>large. </a:t>
            </a:r>
            <a:r>
              <a:rPr sz="1200" dirty="0">
                <a:latin typeface="+mn-lt"/>
                <a:cs typeface="Tahoma"/>
              </a:rPr>
              <a:t>What</a:t>
            </a:r>
            <a:r>
              <a:rPr sz="1200" spc="6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if</a:t>
            </a:r>
            <a:r>
              <a:rPr sz="1200" spc="7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we</a:t>
            </a:r>
            <a:r>
              <a:rPr sz="1200" spc="7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could</a:t>
            </a:r>
            <a:r>
              <a:rPr sz="1200" spc="65" dirty="0">
                <a:latin typeface="+mn-lt"/>
                <a:cs typeface="Tahoma"/>
              </a:rPr>
              <a:t> </a:t>
            </a:r>
            <a:r>
              <a:rPr sz="1200" b="1" spc="-20" dirty="0">
                <a:latin typeface="+mn-lt"/>
                <a:cs typeface="Tahoma"/>
              </a:rPr>
              <a:t>“compress”</a:t>
            </a:r>
            <a:r>
              <a:rPr sz="1200" b="1" spc="4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our</a:t>
            </a:r>
            <a:r>
              <a:rPr sz="1200" spc="6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data</a:t>
            </a:r>
            <a:r>
              <a:rPr sz="1200" spc="8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before</a:t>
            </a:r>
            <a:r>
              <a:rPr sz="1200" spc="3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running</a:t>
            </a:r>
            <a:r>
              <a:rPr sz="1200" spc="6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it</a:t>
            </a:r>
            <a:r>
              <a:rPr sz="1200" spc="6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through</a:t>
            </a:r>
            <a:r>
              <a:rPr sz="1200" spc="4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the</a:t>
            </a:r>
            <a:r>
              <a:rPr sz="1200" spc="60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forward/reverse</a:t>
            </a:r>
            <a:r>
              <a:rPr sz="1200" spc="-5" dirty="0">
                <a:latin typeface="+mn-lt"/>
                <a:cs typeface="Tahoma"/>
              </a:rPr>
              <a:t> </a:t>
            </a:r>
            <a:r>
              <a:rPr sz="1200" dirty="0">
                <a:latin typeface="+mn-lt"/>
                <a:cs typeface="Tahoma"/>
              </a:rPr>
              <a:t>process</a:t>
            </a:r>
            <a:r>
              <a:rPr sz="1200" spc="15" dirty="0">
                <a:latin typeface="+mn-lt"/>
                <a:cs typeface="Tahoma"/>
              </a:rPr>
              <a:t> </a:t>
            </a:r>
            <a:r>
              <a:rPr sz="1200" spc="-10" dirty="0">
                <a:latin typeface="+mn-lt"/>
                <a:cs typeface="Tahoma"/>
              </a:rPr>
              <a:t>(UNet)?</a:t>
            </a:r>
            <a:endParaRPr sz="1200" dirty="0">
              <a:latin typeface="+mn-lt"/>
              <a:cs typeface="Tahoma"/>
            </a:endParaRP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95365E6C-DA7A-E7F2-DADF-C39C8723C90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8C35901-4326-445D-BE08-657DD234892C}" type="datetime1">
              <a:rPr lang="en-IN" smtClean="0"/>
              <a:t>17-10-2025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C827AAFA-2B1D-F1AD-AC02-8432219FAB7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4777FEE2-4D29-607C-36F1-A380A01076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236" y="614248"/>
            <a:ext cx="5011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0" dirty="0"/>
              <a:t>Latent</a:t>
            </a:r>
            <a:r>
              <a:rPr spc="-35" dirty="0"/>
              <a:t> </a:t>
            </a:r>
            <a:r>
              <a:rPr spc="-240" dirty="0"/>
              <a:t>Diffusion</a:t>
            </a:r>
            <a:r>
              <a:rPr spc="-25" dirty="0"/>
              <a:t> </a:t>
            </a:r>
            <a:r>
              <a:rPr spc="-114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569" y="1913585"/>
            <a:ext cx="9628505" cy="1353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 algn="just">
              <a:lnSpc>
                <a:spcPts val="16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+mn-lt"/>
                <a:cs typeface="Tahoma"/>
              </a:rPr>
              <a:t>Stable</a:t>
            </a:r>
            <a:r>
              <a:rPr sz="2000" spc="1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Diffusion</a:t>
            </a:r>
            <a:r>
              <a:rPr sz="2000" spc="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is</a:t>
            </a:r>
            <a:r>
              <a:rPr sz="2000" spc="3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a</a:t>
            </a:r>
            <a:r>
              <a:rPr sz="2000" spc="4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latent</a:t>
            </a:r>
            <a:r>
              <a:rPr sz="2000" spc="1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diffusion</a:t>
            </a:r>
            <a:r>
              <a:rPr sz="2000" spc="-1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model,</a:t>
            </a:r>
            <a:r>
              <a:rPr sz="2000" spc="-4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in</a:t>
            </a:r>
            <a:r>
              <a:rPr sz="2000" spc="3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which</a:t>
            </a:r>
            <a:r>
              <a:rPr sz="2000" spc="3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we</a:t>
            </a:r>
            <a:r>
              <a:rPr sz="2000" spc="4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don’t</a:t>
            </a:r>
            <a:r>
              <a:rPr sz="2000" spc="-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learn</a:t>
            </a:r>
            <a:r>
              <a:rPr sz="2000" spc="3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the</a:t>
            </a:r>
            <a:r>
              <a:rPr sz="2000" spc="1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distribution</a:t>
            </a:r>
            <a:r>
              <a:rPr sz="2000" spc="-15" dirty="0">
                <a:latin typeface="+mn-lt"/>
                <a:cs typeface="Tahoma"/>
              </a:rPr>
              <a:t> </a:t>
            </a:r>
            <a:r>
              <a:rPr sz="2000" spc="-40" dirty="0">
                <a:latin typeface="+mn-lt"/>
                <a:cs typeface="Tahoma"/>
              </a:rPr>
              <a:t>p(x)</a:t>
            </a:r>
            <a:r>
              <a:rPr sz="2000" spc="4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of</a:t>
            </a:r>
            <a:r>
              <a:rPr sz="2000" spc="7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our</a:t>
            </a:r>
            <a:r>
              <a:rPr sz="2000" spc="3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data</a:t>
            </a:r>
            <a:r>
              <a:rPr sz="2000" spc="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set</a:t>
            </a:r>
            <a:r>
              <a:rPr sz="2000" spc="2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of</a:t>
            </a:r>
            <a:r>
              <a:rPr sz="2000" spc="9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images,</a:t>
            </a:r>
            <a:r>
              <a:rPr sz="2000" spc="-15" dirty="0">
                <a:latin typeface="+mn-lt"/>
                <a:cs typeface="Tahoma"/>
              </a:rPr>
              <a:t> </a:t>
            </a:r>
            <a:r>
              <a:rPr sz="2000" spc="-25" dirty="0">
                <a:latin typeface="+mn-lt"/>
                <a:cs typeface="Tahoma"/>
              </a:rPr>
              <a:t>but</a:t>
            </a:r>
            <a:r>
              <a:rPr lang="en-US" sz="2000" dirty="0">
                <a:latin typeface="+mn-lt"/>
                <a:cs typeface="Tahoma"/>
              </a:rPr>
              <a:t> </a:t>
            </a:r>
            <a:r>
              <a:rPr sz="2000" spc="-20" dirty="0">
                <a:latin typeface="+mn-lt"/>
                <a:cs typeface="Tahoma"/>
              </a:rPr>
              <a:t>rather,</a:t>
            </a:r>
            <a:r>
              <a:rPr sz="2000" spc="-6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the</a:t>
            </a:r>
            <a:r>
              <a:rPr sz="2000" spc="1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distribution</a:t>
            </a:r>
            <a:r>
              <a:rPr sz="2000" spc="-2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of</a:t>
            </a:r>
            <a:r>
              <a:rPr sz="2000" spc="6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a</a:t>
            </a:r>
            <a:r>
              <a:rPr sz="2000" spc="2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latent</a:t>
            </a:r>
            <a:r>
              <a:rPr sz="2000" spc="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representation</a:t>
            </a:r>
            <a:r>
              <a:rPr sz="2000" spc="-2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of</a:t>
            </a:r>
            <a:r>
              <a:rPr sz="2000" spc="6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our</a:t>
            </a:r>
            <a:r>
              <a:rPr sz="2000" spc="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data</a:t>
            </a:r>
            <a:r>
              <a:rPr sz="2000" spc="20" dirty="0">
                <a:latin typeface="+mn-lt"/>
                <a:cs typeface="Tahoma"/>
              </a:rPr>
              <a:t> </a:t>
            </a:r>
            <a:r>
              <a:rPr sz="2000" spc="50" dirty="0">
                <a:latin typeface="+mn-lt"/>
                <a:cs typeface="Tahoma"/>
              </a:rPr>
              <a:t>by</a:t>
            </a:r>
            <a:r>
              <a:rPr sz="2000" spc="10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using</a:t>
            </a:r>
            <a:r>
              <a:rPr sz="2000" spc="2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a</a:t>
            </a:r>
            <a:r>
              <a:rPr sz="2000" spc="45" dirty="0">
                <a:latin typeface="+mn-lt"/>
                <a:cs typeface="Tahoma"/>
              </a:rPr>
              <a:t> </a:t>
            </a:r>
            <a:r>
              <a:rPr sz="2000" b="1" spc="-45" dirty="0">
                <a:latin typeface="+mn-lt"/>
                <a:cs typeface="Tahoma"/>
              </a:rPr>
              <a:t>Variational</a:t>
            </a:r>
            <a:r>
              <a:rPr sz="2000" b="1" spc="-40" dirty="0">
                <a:latin typeface="+mn-lt"/>
                <a:cs typeface="Tahoma"/>
              </a:rPr>
              <a:t> </a:t>
            </a:r>
            <a:r>
              <a:rPr sz="2000" b="1" spc="-10" dirty="0">
                <a:latin typeface="+mn-lt"/>
                <a:cs typeface="Tahoma"/>
              </a:rPr>
              <a:t>Autoencoder</a:t>
            </a:r>
            <a:r>
              <a:rPr sz="2000" spc="-10" dirty="0">
                <a:latin typeface="+mn-lt"/>
                <a:cs typeface="Tahoma"/>
              </a:rPr>
              <a:t>.</a:t>
            </a:r>
            <a:endParaRPr sz="2000" dirty="0">
              <a:latin typeface="+mn-lt"/>
              <a:cs typeface="Tahoma"/>
            </a:endParaRPr>
          </a:p>
          <a:p>
            <a:pPr marL="241300" marR="10160" indent="-228600" algn="just">
              <a:lnSpc>
                <a:spcPts val="151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+mn-lt"/>
                <a:cs typeface="Tahoma"/>
              </a:rPr>
              <a:t>This</a:t>
            </a:r>
            <a:r>
              <a:rPr sz="2000" spc="-2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allows</a:t>
            </a:r>
            <a:r>
              <a:rPr sz="2000" spc="-1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us</a:t>
            </a:r>
            <a:r>
              <a:rPr sz="2000" spc="-2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to</a:t>
            </a:r>
            <a:r>
              <a:rPr sz="2000" spc="-45" dirty="0">
                <a:latin typeface="+mn-lt"/>
                <a:cs typeface="Tahoma"/>
              </a:rPr>
              <a:t> </a:t>
            </a:r>
            <a:r>
              <a:rPr sz="2000" spc="50" dirty="0">
                <a:latin typeface="+mn-lt"/>
                <a:cs typeface="Tahoma"/>
              </a:rPr>
              <a:t>reduce</a:t>
            </a:r>
            <a:r>
              <a:rPr sz="2000" spc="-5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the</a:t>
            </a:r>
            <a:r>
              <a:rPr sz="2000" spc="-3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computation</a:t>
            </a:r>
            <a:r>
              <a:rPr sz="2000" spc="-5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we</a:t>
            </a:r>
            <a:r>
              <a:rPr sz="2000" spc="-20" dirty="0">
                <a:latin typeface="+mn-lt"/>
                <a:cs typeface="Tahoma"/>
              </a:rPr>
              <a:t> </a:t>
            </a:r>
            <a:r>
              <a:rPr sz="2000" spc="60" dirty="0">
                <a:latin typeface="+mn-lt"/>
                <a:cs typeface="Tahoma"/>
              </a:rPr>
              <a:t>need</a:t>
            </a:r>
            <a:r>
              <a:rPr sz="2000" spc="-4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to</a:t>
            </a:r>
            <a:r>
              <a:rPr sz="2000" spc="-2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perform</a:t>
            </a:r>
            <a:r>
              <a:rPr sz="2000" spc="-5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the</a:t>
            </a:r>
            <a:r>
              <a:rPr sz="2000" spc="-3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steps</a:t>
            </a:r>
            <a:r>
              <a:rPr sz="2000" spc="-25" dirty="0">
                <a:latin typeface="+mn-lt"/>
                <a:cs typeface="Tahoma"/>
              </a:rPr>
              <a:t> </a:t>
            </a:r>
            <a:r>
              <a:rPr sz="2000" spc="70" dirty="0">
                <a:latin typeface="+mn-lt"/>
                <a:cs typeface="Tahoma"/>
              </a:rPr>
              <a:t>needed</a:t>
            </a:r>
            <a:r>
              <a:rPr sz="2000" spc="-7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to</a:t>
            </a:r>
            <a:r>
              <a:rPr sz="2000" spc="-2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generate</a:t>
            </a:r>
            <a:r>
              <a:rPr sz="2000" spc="-5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a</a:t>
            </a:r>
            <a:r>
              <a:rPr sz="2000" spc="-2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sample,</a:t>
            </a:r>
            <a:r>
              <a:rPr sz="2000" spc="-55" dirty="0">
                <a:latin typeface="+mn-lt"/>
                <a:cs typeface="Tahoma"/>
              </a:rPr>
              <a:t> </a:t>
            </a:r>
            <a:r>
              <a:rPr sz="2000" spc="45" dirty="0">
                <a:latin typeface="+mn-lt"/>
                <a:cs typeface="Tahoma"/>
              </a:rPr>
              <a:t>because</a:t>
            </a:r>
            <a:r>
              <a:rPr sz="2000" spc="-50" dirty="0">
                <a:latin typeface="+mn-lt"/>
                <a:cs typeface="Tahoma"/>
              </a:rPr>
              <a:t> </a:t>
            </a:r>
            <a:r>
              <a:rPr sz="2000" spc="-20" dirty="0">
                <a:latin typeface="+mn-lt"/>
                <a:cs typeface="Tahoma"/>
              </a:rPr>
              <a:t>each </a:t>
            </a:r>
            <a:r>
              <a:rPr sz="2000" spc="10" dirty="0">
                <a:latin typeface="+mn-lt"/>
                <a:cs typeface="Tahoma"/>
              </a:rPr>
              <a:t>data</a:t>
            </a:r>
            <a:r>
              <a:rPr sz="2000" spc="-3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will not</a:t>
            </a:r>
            <a:r>
              <a:rPr sz="2000" spc="-25" dirty="0">
                <a:latin typeface="+mn-lt"/>
                <a:cs typeface="Tahoma"/>
              </a:rPr>
              <a:t> </a:t>
            </a:r>
            <a:r>
              <a:rPr sz="2000" spc="85" dirty="0">
                <a:latin typeface="+mn-lt"/>
                <a:cs typeface="Tahoma"/>
              </a:rPr>
              <a:t>be</a:t>
            </a:r>
            <a:r>
              <a:rPr sz="2000" spc="-2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represented</a:t>
            </a:r>
            <a:r>
              <a:rPr sz="2000" spc="-5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by</a:t>
            </a:r>
            <a:r>
              <a:rPr sz="2000" spc="-2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a</a:t>
            </a:r>
            <a:r>
              <a:rPr sz="2000" spc="-1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512x512</a:t>
            </a:r>
            <a:r>
              <a:rPr sz="2000" spc="-5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image,</a:t>
            </a:r>
            <a:r>
              <a:rPr sz="2000" spc="-4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but</a:t>
            </a:r>
            <a:r>
              <a:rPr sz="2000" spc="-3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its</a:t>
            </a:r>
            <a:r>
              <a:rPr sz="2000" spc="-15" dirty="0">
                <a:latin typeface="+mn-lt"/>
                <a:cs typeface="Tahoma"/>
              </a:rPr>
              <a:t> </a:t>
            </a:r>
            <a:r>
              <a:rPr sz="2000" dirty="0">
                <a:latin typeface="+mn-lt"/>
                <a:cs typeface="Tahoma"/>
              </a:rPr>
              <a:t>latent</a:t>
            </a:r>
            <a:r>
              <a:rPr sz="2000" spc="-2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representation,</a:t>
            </a:r>
            <a:r>
              <a:rPr sz="2000" spc="-105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which</a:t>
            </a:r>
            <a:r>
              <a:rPr sz="2000" spc="-30" dirty="0">
                <a:latin typeface="+mn-lt"/>
                <a:cs typeface="Tahoma"/>
              </a:rPr>
              <a:t> </a:t>
            </a:r>
            <a:r>
              <a:rPr sz="2000" spc="10" dirty="0">
                <a:latin typeface="+mn-lt"/>
                <a:cs typeface="Tahoma"/>
              </a:rPr>
              <a:t>is</a:t>
            </a:r>
            <a:r>
              <a:rPr sz="2000" dirty="0">
                <a:latin typeface="+mn-lt"/>
                <a:cs typeface="Tahoma"/>
              </a:rPr>
              <a:t> </a:t>
            </a:r>
            <a:r>
              <a:rPr sz="2000" spc="-10" dirty="0">
                <a:latin typeface="+mn-lt"/>
                <a:cs typeface="Tahoma"/>
              </a:rPr>
              <a:t>64x64.</a:t>
            </a:r>
            <a:endParaRPr sz="2000" dirty="0">
              <a:latin typeface="+mn-lt"/>
              <a:cs typeface="Tahoma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13C7BF-4EF6-B016-59D9-8E138E62A7F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7C23283-271B-442B-9B7A-58D45FF3DF29}" type="datetime1">
              <a:rPr lang="en-IN" smtClean="0"/>
              <a:t>17-10-2025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E0C8FF-105B-A5B3-00DF-AD5FBD676E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0D6C59-3B8B-7FA2-1DAB-BC49ECA578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What</a:t>
            </a:r>
            <a:r>
              <a:rPr spc="-240" dirty="0"/>
              <a:t> </a:t>
            </a:r>
            <a:r>
              <a:rPr spc="-385" dirty="0"/>
              <a:t>is</a:t>
            </a:r>
            <a:r>
              <a:rPr spc="-10" dirty="0"/>
              <a:t> </a:t>
            </a:r>
            <a:r>
              <a:rPr spc="-295" dirty="0"/>
              <a:t>an</a:t>
            </a:r>
            <a:r>
              <a:rPr spc="-10" dirty="0"/>
              <a:t> </a:t>
            </a:r>
            <a:r>
              <a:rPr spc="-330" dirty="0"/>
              <a:t>Autoencoder?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1080" y="1961388"/>
            <a:ext cx="370840" cy="293560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27833" y="2265933"/>
            <a:ext cx="2510790" cy="2326640"/>
            <a:chOff x="2227833" y="2265933"/>
            <a:chExt cx="2510790" cy="2326640"/>
          </a:xfrm>
        </p:grpSpPr>
        <p:sp>
          <p:nvSpPr>
            <p:cNvPr id="5" name="object 5"/>
            <p:cNvSpPr/>
            <p:nvPr/>
          </p:nvSpPr>
          <p:spPr>
            <a:xfrm>
              <a:off x="2234183" y="2272283"/>
              <a:ext cx="2498090" cy="2313940"/>
            </a:xfrm>
            <a:custGeom>
              <a:avLst/>
              <a:gdLst/>
              <a:ahLst/>
              <a:cxnLst/>
              <a:rect l="l" t="t" r="r" b="b"/>
              <a:pathLst>
                <a:path w="2498090" h="2313940">
                  <a:moveTo>
                    <a:pt x="0" y="0"/>
                  </a:moveTo>
                  <a:lnTo>
                    <a:pt x="0" y="2313432"/>
                  </a:lnTo>
                  <a:lnTo>
                    <a:pt x="2497836" y="1735073"/>
                  </a:lnTo>
                  <a:lnTo>
                    <a:pt x="2497836" y="578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34183" y="2272283"/>
              <a:ext cx="2498090" cy="2313940"/>
            </a:xfrm>
            <a:custGeom>
              <a:avLst/>
              <a:gdLst/>
              <a:ahLst/>
              <a:cxnLst/>
              <a:rect l="l" t="t" r="r" b="b"/>
              <a:pathLst>
                <a:path w="2498090" h="2313940">
                  <a:moveTo>
                    <a:pt x="0" y="0"/>
                  </a:moveTo>
                  <a:lnTo>
                    <a:pt x="2497836" y="578357"/>
                  </a:lnTo>
                  <a:lnTo>
                    <a:pt x="2497836" y="1735073"/>
                  </a:lnTo>
                  <a:lnTo>
                    <a:pt x="0" y="231343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E54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919222" y="3301110"/>
            <a:ext cx="7131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Encoder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6523" y="3273552"/>
            <a:ext cx="759460" cy="311150"/>
          </a:xfrm>
          <a:prstGeom prst="rect">
            <a:avLst/>
          </a:prstGeom>
          <a:solidFill>
            <a:srgbClr val="C096F8"/>
          </a:solidFill>
          <a:ln w="12700">
            <a:solidFill>
              <a:srgbClr val="8B6DB6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2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00588" y="1961388"/>
            <a:ext cx="370840" cy="293560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40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</a:pP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X’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56678" y="2265933"/>
            <a:ext cx="2510790" cy="2326640"/>
            <a:chOff x="7456678" y="2265933"/>
            <a:chExt cx="2510790" cy="2326640"/>
          </a:xfrm>
        </p:grpSpPr>
        <p:sp>
          <p:nvSpPr>
            <p:cNvPr id="11" name="object 11"/>
            <p:cNvSpPr/>
            <p:nvPr/>
          </p:nvSpPr>
          <p:spPr>
            <a:xfrm>
              <a:off x="7463028" y="2272283"/>
              <a:ext cx="2498090" cy="2313940"/>
            </a:xfrm>
            <a:custGeom>
              <a:avLst/>
              <a:gdLst/>
              <a:ahLst/>
              <a:cxnLst/>
              <a:rect l="l" t="t" r="r" b="b"/>
              <a:pathLst>
                <a:path w="2498090" h="2313940">
                  <a:moveTo>
                    <a:pt x="2497836" y="0"/>
                  </a:moveTo>
                  <a:lnTo>
                    <a:pt x="0" y="578357"/>
                  </a:lnTo>
                  <a:lnTo>
                    <a:pt x="0" y="1735073"/>
                  </a:lnTo>
                  <a:lnTo>
                    <a:pt x="2497836" y="2313432"/>
                  </a:lnTo>
                  <a:lnTo>
                    <a:pt x="2497836" y="0"/>
                  </a:lnTo>
                  <a:close/>
                </a:path>
              </a:pathLst>
            </a:custGeom>
            <a:solidFill>
              <a:srgbClr val="4E91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63028" y="2272283"/>
              <a:ext cx="2498090" cy="2313940"/>
            </a:xfrm>
            <a:custGeom>
              <a:avLst/>
              <a:gdLst/>
              <a:ahLst/>
              <a:cxnLst/>
              <a:rect l="l" t="t" r="r" b="b"/>
              <a:pathLst>
                <a:path w="2498090" h="2313940">
                  <a:moveTo>
                    <a:pt x="2497836" y="2313432"/>
                  </a:moveTo>
                  <a:lnTo>
                    <a:pt x="0" y="1735073"/>
                  </a:lnTo>
                  <a:lnTo>
                    <a:pt x="0" y="578357"/>
                  </a:lnTo>
                  <a:lnTo>
                    <a:pt x="2497836" y="0"/>
                  </a:lnTo>
                  <a:lnTo>
                    <a:pt x="2497836" y="2313432"/>
                  </a:lnTo>
                  <a:close/>
                </a:path>
              </a:pathLst>
            </a:custGeom>
            <a:ln w="12700">
              <a:solidFill>
                <a:srgbClr val="3769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391412" y="3390900"/>
            <a:ext cx="4324985" cy="76200"/>
          </a:xfrm>
          <a:custGeom>
            <a:avLst/>
            <a:gdLst/>
            <a:ahLst/>
            <a:cxnLst/>
            <a:rect l="l" t="t" r="r" b="b"/>
            <a:pathLst>
              <a:path w="4324985" h="76200">
                <a:moveTo>
                  <a:pt x="843280" y="38100"/>
                </a:moveTo>
                <a:lnTo>
                  <a:pt x="830580" y="31750"/>
                </a:lnTo>
                <a:lnTo>
                  <a:pt x="767080" y="0"/>
                </a:lnTo>
                <a:lnTo>
                  <a:pt x="767080" y="31750"/>
                </a:lnTo>
                <a:lnTo>
                  <a:pt x="0" y="31750"/>
                </a:lnTo>
                <a:lnTo>
                  <a:pt x="0" y="44450"/>
                </a:lnTo>
                <a:lnTo>
                  <a:pt x="767080" y="44450"/>
                </a:lnTo>
                <a:lnTo>
                  <a:pt x="767080" y="76200"/>
                </a:lnTo>
                <a:lnTo>
                  <a:pt x="830580" y="44450"/>
                </a:lnTo>
                <a:lnTo>
                  <a:pt x="843280" y="38100"/>
                </a:lnTo>
                <a:close/>
              </a:path>
              <a:path w="4324985" h="76200">
                <a:moveTo>
                  <a:pt x="4324985" y="38100"/>
                </a:moveTo>
                <a:lnTo>
                  <a:pt x="4312285" y="31750"/>
                </a:lnTo>
                <a:lnTo>
                  <a:pt x="4248785" y="0"/>
                </a:lnTo>
                <a:lnTo>
                  <a:pt x="4248785" y="31750"/>
                </a:lnTo>
                <a:lnTo>
                  <a:pt x="3340608" y="31750"/>
                </a:lnTo>
                <a:lnTo>
                  <a:pt x="3340608" y="44450"/>
                </a:lnTo>
                <a:lnTo>
                  <a:pt x="4248785" y="44450"/>
                </a:lnTo>
                <a:lnTo>
                  <a:pt x="4248785" y="76200"/>
                </a:lnTo>
                <a:lnTo>
                  <a:pt x="4312285" y="44450"/>
                </a:lnTo>
                <a:lnTo>
                  <a:pt x="4324985" y="3810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48878" y="3301110"/>
            <a:ext cx="7416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5" dirty="0">
                <a:solidFill>
                  <a:srgbClr val="FFFFFF"/>
                </a:solidFill>
                <a:latin typeface="Tahoma"/>
                <a:cs typeface="Tahoma"/>
              </a:rPr>
              <a:t>Decoder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75476" y="3390900"/>
            <a:ext cx="4326255" cy="76200"/>
          </a:xfrm>
          <a:custGeom>
            <a:avLst/>
            <a:gdLst/>
            <a:ahLst/>
            <a:cxnLst/>
            <a:rect l="l" t="t" r="r" b="b"/>
            <a:pathLst>
              <a:path w="4326255" h="76200">
                <a:moveTo>
                  <a:pt x="987298" y="38100"/>
                </a:moveTo>
                <a:lnTo>
                  <a:pt x="974598" y="31750"/>
                </a:lnTo>
                <a:lnTo>
                  <a:pt x="911098" y="0"/>
                </a:lnTo>
                <a:lnTo>
                  <a:pt x="911098" y="31750"/>
                </a:lnTo>
                <a:lnTo>
                  <a:pt x="0" y="31750"/>
                </a:lnTo>
                <a:lnTo>
                  <a:pt x="0" y="44450"/>
                </a:lnTo>
                <a:lnTo>
                  <a:pt x="911098" y="44450"/>
                </a:lnTo>
                <a:lnTo>
                  <a:pt x="911098" y="76200"/>
                </a:lnTo>
                <a:lnTo>
                  <a:pt x="974598" y="44450"/>
                </a:lnTo>
                <a:lnTo>
                  <a:pt x="987298" y="38100"/>
                </a:lnTo>
                <a:close/>
              </a:path>
              <a:path w="4326255" h="76200">
                <a:moveTo>
                  <a:pt x="4325747" y="38100"/>
                </a:moveTo>
                <a:lnTo>
                  <a:pt x="4313047" y="31750"/>
                </a:lnTo>
                <a:lnTo>
                  <a:pt x="4249547" y="0"/>
                </a:lnTo>
                <a:lnTo>
                  <a:pt x="4249547" y="31750"/>
                </a:lnTo>
                <a:lnTo>
                  <a:pt x="3485388" y="31750"/>
                </a:lnTo>
                <a:lnTo>
                  <a:pt x="3485388" y="44450"/>
                </a:lnTo>
                <a:lnTo>
                  <a:pt x="4249547" y="44450"/>
                </a:lnTo>
                <a:lnTo>
                  <a:pt x="4249547" y="76200"/>
                </a:lnTo>
                <a:lnTo>
                  <a:pt x="4313047" y="44450"/>
                </a:lnTo>
                <a:lnTo>
                  <a:pt x="4325747" y="3810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29411" y="5103621"/>
            <a:ext cx="351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latin typeface="Tahoma"/>
                <a:cs typeface="Tahoma"/>
              </a:rPr>
              <a:t>Input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98997" y="3722878"/>
            <a:ext cx="789940" cy="424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Tahoma"/>
                <a:cs typeface="Tahoma"/>
              </a:rPr>
              <a:t>Code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sz="1000" spc="-35" dirty="0">
                <a:latin typeface="Tahoma"/>
                <a:cs typeface="Tahoma"/>
              </a:rPr>
              <a:t>[1.2,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3.65,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…]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33126" y="5103621"/>
            <a:ext cx="9086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Tahoma"/>
                <a:cs typeface="Tahoma"/>
              </a:rPr>
              <a:t>Reconstructed </a:t>
            </a:r>
            <a:r>
              <a:rPr sz="1000" b="1" spc="-10" dirty="0">
                <a:latin typeface="Tahoma"/>
                <a:cs typeface="Tahoma"/>
              </a:rPr>
              <a:t>Input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04" y="2011679"/>
            <a:ext cx="710184" cy="5334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4364" y="2005583"/>
            <a:ext cx="711707" cy="53187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698997" y="4289552"/>
            <a:ext cx="789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Tahoma"/>
                <a:cs typeface="Tahoma"/>
              </a:rPr>
              <a:t>[1.6,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6.00,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…]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831" y="3636264"/>
            <a:ext cx="711708" cy="4953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4364" y="3636264"/>
            <a:ext cx="711707" cy="4953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307" y="2801111"/>
            <a:ext cx="696468" cy="68732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92840" y="2801111"/>
            <a:ext cx="696468" cy="68732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274" y="4404123"/>
            <a:ext cx="728243" cy="34161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5031" y="4413267"/>
            <a:ext cx="726947" cy="341612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698997" y="4646167"/>
            <a:ext cx="789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[10.1,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9.0,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…]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35573" y="4949190"/>
            <a:ext cx="716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Tahoma"/>
                <a:cs typeface="Tahoma"/>
              </a:rPr>
              <a:t>[2.5,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7.0,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…]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47894" y="2645791"/>
            <a:ext cx="16941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6075" marR="5080" indent="-334010">
              <a:lnSpc>
                <a:spcPct val="100000"/>
              </a:lnSpc>
              <a:spcBef>
                <a:spcPts val="95"/>
              </a:spcBef>
            </a:pPr>
            <a:r>
              <a:rPr sz="1000" spc="-110" dirty="0">
                <a:latin typeface="Tahoma"/>
                <a:cs typeface="Tahoma"/>
              </a:rPr>
              <a:t>*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values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are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random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 </a:t>
            </a:r>
            <a:r>
              <a:rPr sz="1000" dirty="0">
                <a:latin typeface="Tahoma"/>
                <a:cs typeface="Tahoma"/>
              </a:rPr>
              <a:t>have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meaning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735FFEC6-AF5B-C37D-48FC-DCADD48824C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8C21F51-04FC-4896-87CF-F1D81979A33E}" type="datetime1">
              <a:rPr lang="en-IN" smtClean="0"/>
              <a:t>17-10-2025</a:t>
            </a:fld>
            <a:endParaRPr lang="en-US"/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40291D79-70B9-29FA-FAFE-27A5AEFE57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9EB77EC0-59DE-0415-CBFF-541F992435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4" dirty="0"/>
              <a:t>What’s</a:t>
            </a:r>
            <a:r>
              <a:rPr spc="-105" dirty="0"/>
              <a:t> </a:t>
            </a:r>
            <a:r>
              <a:rPr spc="-290" dirty="0"/>
              <a:t>the</a:t>
            </a:r>
            <a:r>
              <a:rPr spc="-25" dirty="0"/>
              <a:t> </a:t>
            </a:r>
            <a:r>
              <a:rPr spc="-200" dirty="0"/>
              <a:t>problem</a:t>
            </a:r>
            <a:r>
              <a:rPr spc="-105" dirty="0"/>
              <a:t> </a:t>
            </a:r>
            <a:r>
              <a:rPr spc="-195" dirty="0"/>
              <a:t>with</a:t>
            </a:r>
            <a:r>
              <a:rPr spc="-55" dirty="0"/>
              <a:t> </a:t>
            </a:r>
            <a:r>
              <a:rPr spc="-370" dirty="0"/>
              <a:t>Autoencoders?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569" y="1909317"/>
            <a:ext cx="920432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08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55" dirty="0">
                <a:latin typeface="Tahoma"/>
                <a:cs typeface="Tahoma"/>
              </a:rPr>
              <a:t>code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learned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model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b="1" spc="-30" dirty="0">
                <a:latin typeface="Tahoma"/>
                <a:cs typeface="Tahoma"/>
              </a:rPr>
              <a:t>makes</a:t>
            </a:r>
            <a:r>
              <a:rPr sz="1000" b="1" spc="40" dirty="0">
                <a:latin typeface="Tahoma"/>
                <a:cs typeface="Tahoma"/>
              </a:rPr>
              <a:t> </a:t>
            </a:r>
            <a:r>
              <a:rPr sz="1000" b="1" dirty="0">
                <a:latin typeface="Tahoma"/>
                <a:cs typeface="Tahoma"/>
              </a:rPr>
              <a:t>no</a:t>
            </a:r>
            <a:r>
              <a:rPr sz="1000" b="1" spc="20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Tahoma"/>
                <a:cs typeface="Tahoma"/>
              </a:rPr>
              <a:t>sense</a:t>
            </a:r>
            <a:r>
              <a:rPr sz="1000" spc="-35" dirty="0">
                <a:latin typeface="Tahoma"/>
                <a:cs typeface="Tahoma"/>
              </a:rPr>
              <a:t>.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is,</a:t>
            </a:r>
            <a:r>
              <a:rPr sz="1000" dirty="0">
                <a:latin typeface="Tahoma"/>
                <a:cs typeface="Tahoma"/>
              </a:rPr>
              <a:t> the model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can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just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assign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any vector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 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inputs without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numbers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vector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representing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any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080"/>
              </a:lnSpc>
            </a:pPr>
            <a:r>
              <a:rPr sz="1000" dirty="0">
                <a:latin typeface="Tahoma"/>
                <a:cs typeface="Tahoma"/>
              </a:rPr>
              <a:t>pattern.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model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doesn’t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capture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any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Tahoma"/>
                <a:cs typeface="Tahoma"/>
              </a:rPr>
              <a:t>semantic</a:t>
            </a:r>
            <a:r>
              <a:rPr sz="1000" b="1" spc="4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relationship</a:t>
            </a:r>
            <a:r>
              <a:rPr sz="1000" b="1" spc="1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between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272" y="2621279"/>
            <a:ext cx="370840" cy="293560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40026" y="2924301"/>
            <a:ext cx="2510790" cy="2327910"/>
            <a:chOff x="2240026" y="2924301"/>
            <a:chExt cx="2510790" cy="2327910"/>
          </a:xfrm>
        </p:grpSpPr>
        <p:sp>
          <p:nvSpPr>
            <p:cNvPr id="6" name="object 6"/>
            <p:cNvSpPr/>
            <p:nvPr/>
          </p:nvSpPr>
          <p:spPr>
            <a:xfrm>
              <a:off x="2246376" y="2930651"/>
              <a:ext cx="2498090" cy="2315210"/>
            </a:xfrm>
            <a:custGeom>
              <a:avLst/>
              <a:gdLst/>
              <a:ahLst/>
              <a:cxnLst/>
              <a:rect l="l" t="t" r="r" b="b"/>
              <a:pathLst>
                <a:path w="2498090" h="2315210">
                  <a:moveTo>
                    <a:pt x="0" y="0"/>
                  </a:moveTo>
                  <a:lnTo>
                    <a:pt x="0" y="2314956"/>
                  </a:lnTo>
                  <a:lnTo>
                    <a:pt x="2497836" y="1736217"/>
                  </a:lnTo>
                  <a:lnTo>
                    <a:pt x="2497836" y="5787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46376" y="2930651"/>
              <a:ext cx="2498090" cy="2315210"/>
            </a:xfrm>
            <a:custGeom>
              <a:avLst/>
              <a:gdLst/>
              <a:ahLst/>
              <a:cxnLst/>
              <a:rect l="l" t="t" r="r" b="b"/>
              <a:pathLst>
                <a:path w="2498090" h="2315210">
                  <a:moveTo>
                    <a:pt x="0" y="0"/>
                  </a:moveTo>
                  <a:lnTo>
                    <a:pt x="2497836" y="578738"/>
                  </a:lnTo>
                  <a:lnTo>
                    <a:pt x="2497836" y="1736217"/>
                  </a:lnTo>
                  <a:lnTo>
                    <a:pt x="0" y="231495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E54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30779" y="3961002"/>
            <a:ext cx="7131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Encoder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03603" y="2924301"/>
            <a:ext cx="8574405" cy="2327910"/>
            <a:chOff x="1403603" y="2924301"/>
            <a:chExt cx="8574405" cy="2327910"/>
          </a:xfrm>
        </p:grpSpPr>
        <p:sp>
          <p:nvSpPr>
            <p:cNvPr id="10" name="object 10"/>
            <p:cNvSpPr/>
            <p:nvPr/>
          </p:nvSpPr>
          <p:spPr>
            <a:xfrm>
              <a:off x="5263895" y="3299459"/>
              <a:ext cx="1664335" cy="1579245"/>
            </a:xfrm>
            <a:custGeom>
              <a:avLst/>
              <a:gdLst/>
              <a:ahLst/>
              <a:cxnLst/>
              <a:rect l="l" t="t" r="r" b="b"/>
              <a:pathLst>
                <a:path w="1664334" h="1579245">
                  <a:moveTo>
                    <a:pt x="1664207" y="0"/>
                  </a:moveTo>
                  <a:lnTo>
                    <a:pt x="0" y="0"/>
                  </a:lnTo>
                  <a:lnTo>
                    <a:pt x="0" y="1578864"/>
                  </a:lnTo>
                  <a:lnTo>
                    <a:pt x="1664207" y="1578864"/>
                  </a:lnTo>
                  <a:lnTo>
                    <a:pt x="1664207" y="0"/>
                  </a:lnTo>
                  <a:close/>
                </a:path>
              </a:pathLst>
            </a:custGeom>
            <a:solidFill>
              <a:srgbClr val="C09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63895" y="3299459"/>
              <a:ext cx="1664335" cy="1579245"/>
            </a:xfrm>
            <a:custGeom>
              <a:avLst/>
              <a:gdLst/>
              <a:ahLst/>
              <a:cxnLst/>
              <a:rect l="l" t="t" r="r" b="b"/>
              <a:pathLst>
                <a:path w="1664334" h="1579245">
                  <a:moveTo>
                    <a:pt x="0" y="1578864"/>
                  </a:moveTo>
                  <a:lnTo>
                    <a:pt x="1664207" y="1578864"/>
                  </a:lnTo>
                  <a:lnTo>
                    <a:pt x="1664207" y="0"/>
                  </a:lnTo>
                  <a:lnTo>
                    <a:pt x="0" y="0"/>
                  </a:lnTo>
                  <a:lnTo>
                    <a:pt x="0" y="1578864"/>
                  </a:lnTo>
                  <a:close/>
                </a:path>
              </a:pathLst>
            </a:custGeom>
            <a:ln w="12700">
              <a:solidFill>
                <a:srgbClr val="8B6D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3603" y="4050791"/>
              <a:ext cx="843280" cy="76200"/>
            </a:xfrm>
            <a:custGeom>
              <a:avLst/>
              <a:gdLst/>
              <a:ahLst/>
              <a:cxnLst/>
              <a:rect l="l" t="t" r="r" b="b"/>
              <a:pathLst>
                <a:path w="843280" h="76200">
                  <a:moveTo>
                    <a:pt x="767079" y="0"/>
                  </a:moveTo>
                  <a:lnTo>
                    <a:pt x="767079" y="76199"/>
                  </a:lnTo>
                  <a:lnTo>
                    <a:pt x="830579" y="44449"/>
                  </a:lnTo>
                  <a:lnTo>
                    <a:pt x="779779" y="44449"/>
                  </a:lnTo>
                  <a:lnTo>
                    <a:pt x="779779" y="31749"/>
                  </a:lnTo>
                  <a:lnTo>
                    <a:pt x="830579" y="31749"/>
                  </a:lnTo>
                  <a:lnTo>
                    <a:pt x="767079" y="0"/>
                  </a:lnTo>
                  <a:close/>
                </a:path>
                <a:path w="843280" h="76200">
                  <a:moveTo>
                    <a:pt x="767079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767079" y="44449"/>
                  </a:lnTo>
                  <a:lnTo>
                    <a:pt x="767079" y="31749"/>
                  </a:lnTo>
                  <a:close/>
                </a:path>
                <a:path w="843280" h="76200">
                  <a:moveTo>
                    <a:pt x="830579" y="31749"/>
                  </a:moveTo>
                  <a:lnTo>
                    <a:pt x="779779" y="31749"/>
                  </a:lnTo>
                  <a:lnTo>
                    <a:pt x="779779" y="44449"/>
                  </a:lnTo>
                  <a:lnTo>
                    <a:pt x="830579" y="44449"/>
                  </a:lnTo>
                  <a:lnTo>
                    <a:pt x="843279" y="38099"/>
                  </a:lnTo>
                  <a:lnTo>
                    <a:pt x="830579" y="31749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73695" y="2930651"/>
              <a:ext cx="2498090" cy="2315210"/>
            </a:xfrm>
            <a:custGeom>
              <a:avLst/>
              <a:gdLst/>
              <a:ahLst/>
              <a:cxnLst/>
              <a:rect l="l" t="t" r="r" b="b"/>
              <a:pathLst>
                <a:path w="2498090" h="2315210">
                  <a:moveTo>
                    <a:pt x="2497835" y="0"/>
                  </a:moveTo>
                  <a:lnTo>
                    <a:pt x="0" y="578738"/>
                  </a:lnTo>
                  <a:lnTo>
                    <a:pt x="0" y="1736217"/>
                  </a:lnTo>
                  <a:lnTo>
                    <a:pt x="2497835" y="2314956"/>
                  </a:lnTo>
                  <a:lnTo>
                    <a:pt x="2497835" y="0"/>
                  </a:lnTo>
                  <a:close/>
                </a:path>
              </a:pathLst>
            </a:custGeom>
            <a:solidFill>
              <a:srgbClr val="4E91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73695" y="2930651"/>
              <a:ext cx="2498090" cy="2315210"/>
            </a:xfrm>
            <a:custGeom>
              <a:avLst/>
              <a:gdLst/>
              <a:ahLst/>
              <a:cxnLst/>
              <a:rect l="l" t="t" r="r" b="b"/>
              <a:pathLst>
                <a:path w="2498090" h="2315210">
                  <a:moveTo>
                    <a:pt x="2497835" y="2314956"/>
                  </a:moveTo>
                  <a:lnTo>
                    <a:pt x="0" y="1736217"/>
                  </a:lnTo>
                  <a:lnTo>
                    <a:pt x="0" y="578738"/>
                  </a:lnTo>
                  <a:lnTo>
                    <a:pt x="2497835" y="0"/>
                  </a:lnTo>
                  <a:lnTo>
                    <a:pt x="2497835" y="2314956"/>
                  </a:lnTo>
                  <a:close/>
                </a:path>
              </a:pathLst>
            </a:custGeom>
            <a:ln w="12700">
              <a:solidFill>
                <a:srgbClr val="3769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812780" y="2621279"/>
            <a:ext cx="370840" cy="293560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400">
              <a:latin typeface="Times New Roman"/>
              <a:cs typeface="Times New Roman"/>
            </a:endParaRPr>
          </a:p>
          <a:p>
            <a:pPr marL="107314">
              <a:lnSpc>
                <a:spcPct val="100000"/>
              </a:lnSpc>
            </a:pP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X’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60434" y="3961002"/>
            <a:ext cx="741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FFFFFF"/>
                </a:solidFill>
                <a:latin typeface="Tahoma"/>
                <a:cs typeface="Tahoma"/>
              </a:rPr>
              <a:t>Decoder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44211" y="3361944"/>
            <a:ext cx="6068060" cy="1414780"/>
            <a:chOff x="4744211" y="3361944"/>
            <a:chExt cx="6068060" cy="1414780"/>
          </a:xfrm>
        </p:grpSpPr>
        <p:sp>
          <p:nvSpPr>
            <p:cNvPr id="18" name="object 18"/>
            <p:cNvSpPr/>
            <p:nvPr/>
          </p:nvSpPr>
          <p:spPr>
            <a:xfrm>
              <a:off x="4744212" y="4050791"/>
              <a:ext cx="6068060" cy="76200"/>
            </a:xfrm>
            <a:custGeom>
              <a:avLst/>
              <a:gdLst/>
              <a:ahLst/>
              <a:cxnLst/>
              <a:rect l="l" t="t" r="r" b="b"/>
              <a:pathLst>
                <a:path w="6068059" h="76200">
                  <a:moveTo>
                    <a:pt x="519684" y="38100"/>
                  </a:moveTo>
                  <a:lnTo>
                    <a:pt x="506984" y="31750"/>
                  </a:lnTo>
                  <a:lnTo>
                    <a:pt x="443484" y="0"/>
                  </a:lnTo>
                  <a:lnTo>
                    <a:pt x="443484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3484" y="44450"/>
                  </a:lnTo>
                  <a:lnTo>
                    <a:pt x="443484" y="76200"/>
                  </a:lnTo>
                  <a:lnTo>
                    <a:pt x="506984" y="44450"/>
                  </a:lnTo>
                  <a:lnTo>
                    <a:pt x="519684" y="38100"/>
                  </a:lnTo>
                  <a:close/>
                </a:path>
                <a:path w="6068059" h="76200">
                  <a:moveTo>
                    <a:pt x="2729611" y="38100"/>
                  </a:moveTo>
                  <a:lnTo>
                    <a:pt x="2716911" y="31750"/>
                  </a:lnTo>
                  <a:lnTo>
                    <a:pt x="2653411" y="0"/>
                  </a:lnTo>
                  <a:lnTo>
                    <a:pt x="2653411" y="31750"/>
                  </a:lnTo>
                  <a:lnTo>
                    <a:pt x="2183892" y="31750"/>
                  </a:lnTo>
                  <a:lnTo>
                    <a:pt x="2183892" y="44450"/>
                  </a:lnTo>
                  <a:lnTo>
                    <a:pt x="2653411" y="44450"/>
                  </a:lnTo>
                  <a:lnTo>
                    <a:pt x="2653411" y="76200"/>
                  </a:lnTo>
                  <a:lnTo>
                    <a:pt x="2716911" y="44450"/>
                  </a:lnTo>
                  <a:lnTo>
                    <a:pt x="2729611" y="38100"/>
                  </a:lnTo>
                  <a:close/>
                </a:path>
                <a:path w="6068059" h="76200">
                  <a:moveTo>
                    <a:pt x="6067679" y="38100"/>
                  </a:moveTo>
                  <a:lnTo>
                    <a:pt x="6054979" y="31750"/>
                  </a:lnTo>
                  <a:lnTo>
                    <a:pt x="5991479" y="0"/>
                  </a:lnTo>
                  <a:lnTo>
                    <a:pt x="5991479" y="31750"/>
                  </a:lnTo>
                  <a:lnTo>
                    <a:pt x="5227320" y="31750"/>
                  </a:lnTo>
                  <a:lnTo>
                    <a:pt x="5227320" y="44450"/>
                  </a:lnTo>
                  <a:lnTo>
                    <a:pt x="5991479" y="44450"/>
                  </a:lnTo>
                  <a:lnTo>
                    <a:pt x="5991479" y="76200"/>
                  </a:lnTo>
                  <a:lnTo>
                    <a:pt x="6054979" y="44450"/>
                  </a:lnTo>
                  <a:lnTo>
                    <a:pt x="6067679" y="3810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7235" y="3361944"/>
              <a:ext cx="266700" cy="1996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7651" y="3450336"/>
              <a:ext cx="307848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7376" y="4491227"/>
              <a:ext cx="342900" cy="2377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7376" y="4215383"/>
              <a:ext cx="373379" cy="2072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7923" y="4576572"/>
              <a:ext cx="248412" cy="1996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7108" y="4043172"/>
              <a:ext cx="323088" cy="24079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94247" y="4430268"/>
              <a:ext cx="460248" cy="306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46191" y="4084320"/>
              <a:ext cx="463296" cy="3032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95288" y="3924300"/>
              <a:ext cx="277367" cy="1844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42075" y="3453384"/>
              <a:ext cx="464820" cy="24231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5931789" y="5055489"/>
            <a:ext cx="3524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Tahoma"/>
                <a:cs typeface="Tahoma"/>
              </a:rPr>
              <a:t>Code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40993" y="5768258"/>
            <a:ext cx="351790" cy="17907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-45" dirty="0">
                <a:latin typeface="Tahoma"/>
                <a:cs typeface="Tahoma"/>
              </a:rPr>
              <a:t>Input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544302" y="5768258"/>
            <a:ext cx="911225" cy="33147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60"/>
              </a:spcBef>
            </a:pPr>
            <a:r>
              <a:rPr sz="1000" b="1" spc="-30" dirty="0">
                <a:latin typeface="Tahoma"/>
                <a:cs typeface="Tahoma"/>
              </a:rPr>
              <a:t>Reconstructed </a:t>
            </a:r>
            <a:r>
              <a:rPr sz="1000" b="1" spc="-10" dirty="0">
                <a:latin typeface="Tahoma"/>
                <a:cs typeface="Tahoma"/>
              </a:rPr>
              <a:t>Input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42152" y="2937510"/>
            <a:ext cx="106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Tahoma"/>
                <a:cs typeface="Tahoma"/>
              </a:rPr>
              <a:t>Z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67060994-06B9-2461-D158-947A68B2CD0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1CF0588-7147-4324-AFB0-FCDD56419BE6}" type="datetime1">
              <a:rPr lang="en-IN" smtClean="0"/>
              <a:t>17-10-2025</a:t>
            </a:fld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F591A0CA-3B9B-A27A-081B-A90916BAFB2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C42DF0E-C105-8D02-6858-4102485BCD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1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4" dirty="0"/>
              <a:t>Introducing</a:t>
            </a:r>
            <a:r>
              <a:rPr spc="-65" dirty="0"/>
              <a:t> </a:t>
            </a:r>
            <a:r>
              <a:rPr spc="-290" dirty="0"/>
              <a:t>the</a:t>
            </a:r>
            <a:r>
              <a:rPr spc="-25" dirty="0"/>
              <a:t> </a:t>
            </a:r>
            <a:r>
              <a:rPr spc="-140" dirty="0"/>
              <a:t>Variational</a:t>
            </a:r>
            <a:r>
              <a:rPr spc="-75" dirty="0"/>
              <a:t> </a:t>
            </a:r>
            <a:r>
              <a:rPr spc="-285" dirty="0"/>
              <a:t>Autoencoder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569" y="1923033"/>
            <a:ext cx="89630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variational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autoencoder,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instead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learning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 code,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learns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 </a:t>
            </a:r>
            <a:r>
              <a:rPr sz="1000" spc="-25" dirty="0">
                <a:latin typeface="Tahoma"/>
                <a:cs typeface="Tahoma"/>
              </a:rPr>
              <a:t>“</a:t>
            </a:r>
            <a:r>
              <a:rPr sz="1000" b="1" spc="-25" dirty="0">
                <a:latin typeface="Tahoma"/>
                <a:cs typeface="Tahoma"/>
              </a:rPr>
              <a:t>latent</a:t>
            </a:r>
            <a:r>
              <a:rPr sz="1000" b="1" spc="55" dirty="0">
                <a:latin typeface="Tahoma"/>
                <a:cs typeface="Tahoma"/>
              </a:rPr>
              <a:t> </a:t>
            </a:r>
            <a:r>
              <a:rPr sz="1000" b="1" spc="-30" dirty="0">
                <a:latin typeface="Tahoma"/>
                <a:cs typeface="Tahoma"/>
              </a:rPr>
              <a:t>space</a:t>
            </a:r>
            <a:r>
              <a:rPr sz="1000" spc="-30" dirty="0">
                <a:latin typeface="Tahoma"/>
                <a:cs typeface="Tahoma"/>
              </a:rPr>
              <a:t>”.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latent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space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represents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parameters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(multivariate)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distribution.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272" y="2621279"/>
            <a:ext cx="370840" cy="293560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40026" y="2924301"/>
            <a:ext cx="2510790" cy="2327910"/>
            <a:chOff x="2240026" y="2924301"/>
            <a:chExt cx="2510790" cy="2327910"/>
          </a:xfrm>
        </p:grpSpPr>
        <p:sp>
          <p:nvSpPr>
            <p:cNvPr id="6" name="object 6"/>
            <p:cNvSpPr/>
            <p:nvPr/>
          </p:nvSpPr>
          <p:spPr>
            <a:xfrm>
              <a:off x="2246376" y="2930651"/>
              <a:ext cx="2498090" cy="2315210"/>
            </a:xfrm>
            <a:custGeom>
              <a:avLst/>
              <a:gdLst/>
              <a:ahLst/>
              <a:cxnLst/>
              <a:rect l="l" t="t" r="r" b="b"/>
              <a:pathLst>
                <a:path w="2498090" h="2315210">
                  <a:moveTo>
                    <a:pt x="0" y="0"/>
                  </a:moveTo>
                  <a:lnTo>
                    <a:pt x="0" y="2314956"/>
                  </a:lnTo>
                  <a:lnTo>
                    <a:pt x="2497836" y="1736217"/>
                  </a:lnTo>
                  <a:lnTo>
                    <a:pt x="2497836" y="5787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46376" y="2930651"/>
              <a:ext cx="2498090" cy="2315210"/>
            </a:xfrm>
            <a:custGeom>
              <a:avLst/>
              <a:gdLst/>
              <a:ahLst/>
              <a:cxnLst/>
              <a:rect l="l" t="t" r="r" b="b"/>
              <a:pathLst>
                <a:path w="2498090" h="2315210">
                  <a:moveTo>
                    <a:pt x="0" y="0"/>
                  </a:moveTo>
                  <a:lnTo>
                    <a:pt x="2497836" y="578738"/>
                  </a:lnTo>
                  <a:lnTo>
                    <a:pt x="2497836" y="1736217"/>
                  </a:lnTo>
                  <a:lnTo>
                    <a:pt x="0" y="231495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E54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30779" y="3961002"/>
            <a:ext cx="7131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Encoder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03603" y="2924301"/>
            <a:ext cx="8574405" cy="2327910"/>
            <a:chOff x="1403603" y="2924301"/>
            <a:chExt cx="8574405" cy="2327910"/>
          </a:xfrm>
        </p:grpSpPr>
        <p:sp>
          <p:nvSpPr>
            <p:cNvPr id="10" name="object 10"/>
            <p:cNvSpPr/>
            <p:nvPr/>
          </p:nvSpPr>
          <p:spPr>
            <a:xfrm>
              <a:off x="5263895" y="3299459"/>
              <a:ext cx="1664335" cy="1579245"/>
            </a:xfrm>
            <a:custGeom>
              <a:avLst/>
              <a:gdLst/>
              <a:ahLst/>
              <a:cxnLst/>
              <a:rect l="l" t="t" r="r" b="b"/>
              <a:pathLst>
                <a:path w="1664334" h="1579245">
                  <a:moveTo>
                    <a:pt x="1664207" y="0"/>
                  </a:moveTo>
                  <a:lnTo>
                    <a:pt x="0" y="0"/>
                  </a:lnTo>
                  <a:lnTo>
                    <a:pt x="0" y="1578864"/>
                  </a:lnTo>
                  <a:lnTo>
                    <a:pt x="1664207" y="1578864"/>
                  </a:lnTo>
                  <a:lnTo>
                    <a:pt x="1664207" y="0"/>
                  </a:lnTo>
                  <a:close/>
                </a:path>
              </a:pathLst>
            </a:custGeom>
            <a:solidFill>
              <a:srgbClr val="C09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63895" y="3299459"/>
              <a:ext cx="1664335" cy="1579245"/>
            </a:xfrm>
            <a:custGeom>
              <a:avLst/>
              <a:gdLst/>
              <a:ahLst/>
              <a:cxnLst/>
              <a:rect l="l" t="t" r="r" b="b"/>
              <a:pathLst>
                <a:path w="1664334" h="1579245">
                  <a:moveTo>
                    <a:pt x="0" y="1578864"/>
                  </a:moveTo>
                  <a:lnTo>
                    <a:pt x="1664207" y="1578864"/>
                  </a:lnTo>
                  <a:lnTo>
                    <a:pt x="1664207" y="0"/>
                  </a:lnTo>
                  <a:lnTo>
                    <a:pt x="0" y="0"/>
                  </a:lnTo>
                  <a:lnTo>
                    <a:pt x="0" y="1578864"/>
                  </a:lnTo>
                  <a:close/>
                </a:path>
              </a:pathLst>
            </a:custGeom>
            <a:ln w="12700">
              <a:solidFill>
                <a:srgbClr val="8B6D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3603" y="4050791"/>
              <a:ext cx="843280" cy="76200"/>
            </a:xfrm>
            <a:custGeom>
              <a:avLst/>
              <a:gdLst/>
              <a:ahLst/>
              <a:cxnLst/>
              <a:rect l="l" t="t" r="r" b="b"/>
              <a:pathLst>
                <a:path w="843280" h="76200">
                  <a:moveTo>
                    <a:pt x="767079" y="0"/>
                  </a:moveTo>
                  <a:lnTo>
                    <a:pt x="767079" y="76199"/>
                  </a:lnTo>
                  <a:lnTo>
                    <a:pt x="830579" y="44449"/>
                  </a:lnTo>
                  <a:lnTo>
                    <a:pt x="779779" y="44449"/>
                  </a:lnTo>
                  <a:lnTo>
                    <a:pt x="779779" y="31749"/>
                  </a:lnTo>
                  <a:lnTo>
                    <a:pt x="830579" y="31749"/>
                  </a:lnTo>
                  <a:lnTo>
                    <a:pt x="767079" y="0"/>
                  </a:lnTo>
                  <a:close/>
                </a:path>
                <a:path w="843280" h="76200">
                  <a:moveTo>
                    <a:pt x="767079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767079" y="44449"/>
                  </a:lnTo>
                  <a:lnTo>
                    <a:pt x="767079" y="31749"/>
                  </a:lnTo>
                  <a:close/>
                </a:path>
                <a:path w="843280" h="76200">
                  <a:moveTo>
                    <a:pt x="830579" y="31749"/>
                  </a:moveTo>
                  <a:lnTo>
                    <a:pt x="779779" y="31749"/>
                  </a:lnTo>
                  <a:lnTo>
                    <a:pt x="779779" y="44449"/>
                  </a:lnTo>
                  <a:lnTo>
                    <a:pt x="830579" y="44449"/>
                  </a:lnTo>
                  <a:lnTo>
                    <a:pt x="843279" y="38099"/>
                  </a:lnTo>
                  <a:lnTo>
                    <a:pt x="830579" y="31749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73695" y="2930651"/>
              <a:ext cx="2498090" cy="2315210"/>
            </a:xfrm>
            <a:custGeom>
              <a:avLst/>
              <a:gdLst/>
              <a:ahLst/>
              <a:cxnLst/>
              <a:rect l="l" t="t" r="r" b="b"/>
              <a:pathLst>
                <a:path w="2498090" h="2315210">
                  <a:moveTo>
                    <a:pt x="2497835" y="0"/>
                  </a:moveTo>
                  <a:lnTo>
                    <a:pt x="0" y="578738"/>
                  </a:lnTo>
                  <a:lnTo>
                    <a:pt x="0" y="1736217"/>
                  </a:lnTo>
                  <a:lnTo>
                    <a:pt x="2497835" y="2314956"/>
                  </a:lnTo>
                  <a:lnTo>
                    <a:pt x="2497835" y="0"/>
                  </a:lnTo>
                  <a:close/>
                </a:path>
              </a:pathLst>
            </a:custGeom>
            <a:solidFill>
              <a:srgbClr val="4E91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73695" y="2930651"/>
              <a:ext cx="2498090" cy="2315210"/>
            </a:xfrm>
            <a:custGeom>
              <a:avLst/>
              <a:gdLst/>
              <a:ahLst/>
              <a:cxnLst/>
              <a:rect l="l" t="t" r="r" b="b"/>
              <a:pathLst>
                <a:path w="2498090" h="2315210">
                  <a:moveTo>
                    <a:pt x="2497835" y="2314956"/>
                  </a:moveTo>
                  <a:lnTo>
                    <a:pt x="0" y="1736217"/>
                  </a:lnTo>
                  <a:lnTo>
                    <a:pt x="0" y="578738"/>
                  </a:lnTo>
                  <a:lnTo>
                    <a:pt x="2497835" y="0"/>
                  </a:lnTo>
                  <a:lnTo>
                    <a:pt x="2497835" y="2314956"/>
                  </a:lnTo>
                  <a:close/>
                </a:path>
              </a:pathLst>
            </a:custGeom>
            <a:ln w="12700">
              <a:solidFill>
                <a:srgbClr val="3769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812780" y="2621279"/>
            <a:ext cx="370840" cy="293560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400">
              <a:latin typeface="Times New Roman"/>
              <a:cs typeface="Times New Roman"/>
            </a:endParaRPr>
          </a:p>
          <a:p>
            <a:pPr marL="107314">
              <a:lnSpc>
                <a:spcPct val="100000"/>
              </a:lnSpc>
            </a:pP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X’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60434" y="3961002"/>
            <a:ext cx="741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FFFFFF"/>
                </a:solidFill>
                <a:latin typeface="Tahoma"/>
                <a:cs typeface="Tahoma"/>
              </a:rPr>
              <a:t>Decoder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44211" y="3342132"/>
            <a:ext cx="6068060" cy="1443355"/>
            <a:chOff x="4744211" y="3342132"/>
            <a:chExt cx="6068060" cy="1443355"/>
          </a:xfrm>
        </p:grpSpPr>
        <p:sp>
          <p:nvSpPr>
            <p:cNvPr id="18" name="object 18"/>
            <p:cNvSpPr/>
            <p:nvPr/>
          </p:nvSpPr>
          <p:spPr>
            <a:xfrm>
              <a:off x="4744212" y="4050791"/>
              <a:ext cx="6068060" cy="76200"/>
            </a:xfrm>
            <a:custGeom>
              <a:avLst/>
              <a:gdLst/>
              <a:ahLst/>
              <a:cxnLst/>
              <a:rect l="l" t="t" r="r" b="b"/>
              <a:pathLst>
                <a:path w="6068059" h="76200">
                  <a:moveTo>
                    <a:pt x="519684" y="38100"/>
                  </a:moveTo>
                  <a:lnTo>
                    <a:pt x="506984" y="31750"/>
                  </a:lnTo>
                  <a:lnTo>
                    <a:pt x="443484" y="0"/>
                  </a:lnTo>
                  <a:lnTo>
                    <a:pt x="443484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3484" y="44450"/>
                  </a:lnTo>
                  <a:lnTo>
                    <a:pt x="443484" y="76200"/>
                  </a:lnTo>
                  <a:lnTo>
                    <a:pt x="506984" y="44450"/>
                  </a:lnTo>
                  <a:lnTo>
                    <a:pt x="519684" y="38100"/>
                  </a:lnTo>
                  <a:close/>
                </a:path>
                <a:path w="6068059" h="76200">
                  <a:moveTo>
                    <a:pt x="2729611" y="38100"/>
                  </a:moveTo>
                  <a:lnTo>
                    <a:pt x="2716911" y="31750"/>
                  </a:lnTo>
                  <a:lnTo>
                    <a:pt x="2653411" y="0"/>
                  </a:lnTo>
                  <a:lnTo>
                    <a:pt x="2653411" y="31750"/>
                  </a:lnTo>
                  <a:lnTo>
                    <a:pt x="2183892" y="31750"/>
                  </a:lnTo>
                  <a:lnTo>
                    <a:pt x="2183892" y="44450"/>
                  </a:lnTo>
                  <a:lnTo>
                    <a:pt x="2653411" y="44450"/>
                  </a:lnTo>
                  <a:lnTo>
                    <a:pt x="2653411" y="76200"/>
                  </a:lnTo>
                  <a:lnTo>
                    <a:pt x="2716911" y="44450"/>
                  </a:lnTo>
                  <a:lnTo>
                    <a:pt x="2729611" y="38100"/>
                  </a:lnTo>
                  <a:close/>
                </a:path>
                <a:path w="6068059" h="76200">
                  <a:moveTo>
                    <a:pt x="6067679" y="38100"/>
                  </a:moveTo>
                  <a:lnTo>
                    <a:pt x="6054979" y="31750"/>
                  </a:lnTo>
                  <a:lnTo>
                    <a:pt x="5991479" y="0"/>
                  </a:lnTo>
                  <a:lnTo>
                    <a:pt x="5991479" y="31750"/>
                  </a:lnTo>
                  <a:lnTo>
                    <a:pt x="5227320" y="31750"/>
                  </a:lnTo>
                  <a:lnTo>
                    <a:pt x="5227320" y="44450"/>
                  </a:lnTo>
                  <a:lnTo>
                    <a:pt x="5991479" y="44450"/>
                  </a:lnTo>
                  <a:lnTo>
                    <a:pt x="5991479" y="76200"/>
                  </a:lnTo>
                  <a:lnTo>
                    <a:pt x="6054979" y="44450"/>
                  </a:lnTo>
                  <a:lnTo>
                    <a:pt x="6067679" y="3810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7235" y="3361944"/>
              <a:ext cx="266700" cy="1996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6332" y="3456432"/>
              <a:ext cx="309371" cy="30327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6608" y="3342132"/>
              <a:ext cx="341375" cy="2377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3744" y="4276344"/>
              <a:ext cx="371855" cy="2072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31535" y="3924300"/>
              <a:ext cx="249936" cy="1996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56147" y="3934968"/>
              <a:ext cx="298703" cy="22402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81827" y="4479036"/>
              <a:ext cx="460248" cy="306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7855" y="3776472"/>
              <a:ext cx="315468" cy="20573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87339" y="3627120"/>
              <a:ext cx="278891" cy="1844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25667" y="3640836"/>
              <a:ext cx="457200" cy="239268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5701665" y="5055489"/>
            <a:ext cx="8134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Tahoma"/>
                <a:cs typeface="Tahoma"/>
              </a:rPr>
              <a:t>Latent</a:t>
            </a:r>
            <a:r>
              <a:rPr sz="1000" b="1" spc="2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Space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40993" y="5768258"/>
            <a:ext cx="351790" cy="17907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-45" dirty="0">
                <a:latin typeface="Tahoma"/>
                <a:cs typeface="Tahoma"/>
              </a:rPr>
              <a:t>Input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544302" y="5768258"/>
            <a:ext cx="911225" cy="33147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60"/>
              </a:spcBef>
            </a:pPr>
            <a:r>
              <a:rPr sz="1000" b="1" spc="-30" dirty="0">
                <a:latin typeface="Tahoma"/>
                <a:cs typeface="Tahoma"/>
              </a:rPr>
              <a:t>Reconstructed </a:t>
            </a:r>
            <a:r>
              <a:rPr sz="1000" b="1" spc="-10" dirty="0">
                <a:latin typeface="Tahoma"/>
                <a:cs typeface="Tahoma"/>
              </a:rPr>
              <a:t>Input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42152" y="2937510"/>
            <a:ext cx="106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Tahoma"/>
                <a:cs typeface="Tahoma"/>
              </a:rPr>
              <a:t>Z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869B5AA4-4362-45C2-DC86-17D6B98918B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0FB5CCD-6304-4374-BAA9-05262F35F18A}" type="datetime1">
              <a:rPr lang="en-IN" smtClean="0"/>
              <a:t>17-10-2025</a:t>
            </a:fld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3AD590F8-2382-A488-FCB1-5B2C1D410BD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5F73C3EE-36D2-3341-DB39-41D9E5E9A0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39" y="1793748"/>
            <a:ext cx="1004569" cy="110680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100">
              <a:latin typeface="Times New Roman"/>
              <a:cs typeface="Times New Roman"/>
            </a:endParaRPr>
          </a:p>
          <a:p>
            <a:pPr marL="316865" marR="224154" indent="-83820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Random 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Noise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Architecture</a:t>
            </a:r>
            <a:r>
              <a:rPr spc="5" dirty="0"/>
              <a:t> </a:t>
            </a:r>
            <a:r>
              <a:rPr spc="-200" dirty="0"/>
              <a:t>(</a:t>
            </a:r>
            <a:r>
              <a:rPr spc="-700" dirty="0"/>
              <a:t>T</a:t>
            </a:r>
            <a:r>
              <a:rPr spc="-350" dirty="0"/>
              <a:t>e</a:t>
            </a:r>
            <a:r>
              <a:rPr spc="-200" dirty="0"/>
              <a:t>x</a:t>
            </a:r>
            <a:r>
              <a:rPr spc="-185" dirty="0"/>
              <a:t>t</a:t>
            </a:r>
            <a:r>
              <a:rPr spc="-204" dirty="0"/>
              <a:t>-</a:t>
            </a:r>
            <a:r>
              <a:rPr spc="-465" dirty="0"/>
              <a:t>To-</a:t>
            </a:r>
            <a:r>
              <a:rPr spc="-295" dirty="0"/>
              <a:t>Image)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71346" y="1787398"/>
            <a:ext cx="1176020" cy="1119505"/>
            <a:chOff x="1371346" y="1787398"/>
            <a:chExt cx="1176020" cy="1119505"/>
          </a:xfrm>
        </p:grpSpPr>
        <p:sp>
          <p:nvSpPr>
            <p:cNvPr id="5" name="object 5"/>
            <p:cNvSpPr/>
            <p:nvPr/>
          </p:nvSpPr>
          <p:spPr>
            <a:xfrm>
              <a:off x="1377696" y="1793748"/>
              <a:ext cx="1163320" cy="1106805"/>
            </a:xfrm>
            <a:custGeom>
              <a:avLst/>
              <a:gdLst/>
              <a:ahLst/>
              <a:cxnLst/>
              <a:rect l="l" t="t" r="r" b="b"/>
              <a:pathLst>
                <a:path w="1163320" h="1106805">
                  <a:moveTo>
                    <a:pt x="0" y="0"/>
                  </a:moveTo>
                  <a:lnTo>
                    <a:pt x="0" y="1106424"/>
                  </a:lnTo>
                  <a:lnTo>
                    <a:pt x="1162811" y="829817"/>
                  </a:lnTo>
                  <a:lnTo>
                    <a:pt x="1162811" y="2766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7696" y="1793748"/>
              <a:ext cx="1163320" cy="1106805"/>
            </a:xfrm>
            <a:custGeom>
              <a:avLst/>
              <a:gdLst/>
              <a:ahLst/>
              <a:cxnLst/>
              <a:rect l="l" t="t" r="r" b="b"/>
              <a:pathLst>
                <a:path w="1163320" h="1106805">
                  <a:moveTo>
                    <a:pt x="0" y="0"/>
                  </a:moveTo>
                  <a:lnTo>
                    <a:pt x="1162811" y="276605"/>
                  </a:lnTo>
                  <a:lnTo>
                    <a:pt x="1162811" y="829817"/>
                  </a:lnTo>
                  <a:lnTo>
                    <a:pt x="0" y="110642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E54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06474" y="2218689"/>
            <a:ext cx="7131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Encoder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7772" y="2191511"/>
            <a:ext cx="759460" cy="309880"/>
          </a:xfrm>
          <a:prstGeom prst="rect">
            <a:avLst/>
          </a:prstGeom>
          <a:solidFill>
            <a:srgbClr val="C096F8"/>
          </a:solidFill>
          <a:ln w="12700">
            <a:solidFill>
              <a:srgbClr val="8B6DB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9029" y="3049339"/>
            <a:ext cx="3783932" cy="2514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7639" y="4175759"/>
            <a:ext cx="1004569" cy="26098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315"/>
              </a:spcBef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Text</a:t>
            </a:r>
            <a:r>
              <a:rPr sz="11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Prompt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1346" y="3747261"/>
            <a:ext cx="1176020" cy="1117600"/>
            <a:chOff x="1371346" y="3747261"/>
            <a:chExt cx="1176020" cy="1117600"/>
          </a:xfrm>
        </p:grpSpPr>
        <p:sp>
          <p:nvSpPr>
            <p:cNvPr id="12" name="object 12"/>
            <p:cNvSpPr/>
            <p:nvPr/>
          </p:nvSpPr>
          <p:spPr>
            <a:xfrm>
              <a:off x="1377696" y="3753611"/>
              <a:ext cx="1163320" cy="1104900"/>
            </a:xfrm>
            <a:custGeom>
              <a:avLst/>
              <a:gdLst/>
              <a:ahLst/>
              <a:cxnLst/>
              <a:rect l="l" t="t" r="r" b="b"/>
              <a:pathLst>
                <a:path w="1163320" h="1104900">
                  <a:moveTo>
                    <a:pt x="0" y="0"/>
                  </a:moveTo>
                  <a:lnTo>
                    <a:pt x="0" y="1104900"/>
                  </a:lnTo>
                  <a:lnTo>
                    <a:pt x="1162811" y="828675"/>
                  </a:lnTo>
                  <a:lnTo>
                    <a:pt x="1162811" y="276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77696" y="3753611"/>
              <a:ext cx="1163320" cy="1104900"/>
            </a:xfrm>
            <a:custGeom>
              <a:avLst/>
              <a:gdLst/>
              <a:ahLst/>
              <a:cxnLst/>
              <a:rect l="l" t="t" r="r" b="b"/>
              <a:pathLst>
                <a:path w="1163320" h="1104900">
                  <a:moveTo>
                    <a:pt x="0" y="0"/>
                  </a:moveTo>
                  <a:lnTo>
                    <a:pt x="1162811" y="276225"/>
                  </a:lnTo>
                  <a:lnTo>
                    <a:pt x="1162811" y="828675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E54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06474" y="4071365"/>
            <a:ext cx="7131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CLIP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Encoder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7772" y="4034028"/>
            <a:ext cx="759460" cy="544195"/>
          </a:xfrm>
          <a:prstGeom prst="rect">
            <a:avLst/>
          </a:prstGeom>
          <a:ln w="12700">
            <a:solidFill>
              <a:srgbClr val="C096F8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700">
              <a:latin typeface="Times New Roman"/>
              <a:cs typeface="Times New Roman"/>
            </a:endParaRPr>
          </a:p>
          <a:p>
            <a:pPr marL="119380" marR="112395" indent="109220">
              <a:lnSpc>
                <a:spcPct val="100000"/>
              </a:lnSpc>
            </a:pPr>
            <a:r>
              <a:rPr sz="700" spc="-10" dirty="0">
                <a:latin typeface="Tahoma"/>
                <a:cs typeface="Tahoma"/>
              </a:rPr>
              <a:t>Prompt Embeddings</a:t>
            </a:r>
            <a:endParaRPr sz="7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3608" y="1740026"/>
            <a:ext cx="3820667" cy="1323848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171955" y="2308860"/>
            <a:ext cx="1575435" cy="76200"/>
            <a:chOff x="1171955" y="2308860"/>
            <a:chExt cx="1575435" cy="7620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955" y="2308860"/>
              <a:ext cx="206756" cy="76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0508" y="2308860"/>
              <a:ext cx="206756" cy="7620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171955" y="4267200"/>
            <a:ext cx="1575435" cy="76200"/>
            <a:chOff x="1171955" y="4267200"/>
            <a:chExt cx="1575435" cy="7620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955" y="4267200"/>
              <a:ext cx="206756" cy="76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0508" y="4267200"/>
              <a:ext cx="206756" cy="762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560314" y="2684144"/>
            <a:ext cx="5448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8115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Tahoma"/>
                <a:cs typeface="Tahoma"/>
              </a:rPr>
              <a:t>Time </a:t>
            </a:r>
            <a:r>
              <a:rPr sz="700" spc="-10" dirty="0">
                <a:latin typeface="Tahoma"/>
                <a:cs typeface="Tahoma"/>
              </a:rPr>
              <a:t>Embeddings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07533" y="1728977"/>
            <a:ext cx="894715" cy="553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ahoma"/>
                <a:cs typeface="Tahoma"/>
              </a:rPr>
              <a:t>Scheduler</a:t>
            </a:r>
            <a:endParaRPr sz="1400">
              <a:latin typeface="Tahoma"/>
              <a:cs typeface="Tahoma"/>
            </a:endParaRPr>
          </a:p>
          <a:p>
            <a:pPr marR="22860" algn="ctr">
              <a:lnSpc>
                <a:spcPct val="100000"/>
              </a:lnSpc>
              <a:spcBef>
                <a:spcPts val="1145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837164" y="1793748"/>
            <a:ext cx="370840" cy="110680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400">
              <a:latin typeface="Times New Roman"/>
              <a:cs typeface="Times New Roman"/>
            </a:endParaRPr>
          </a:p>
          <a:p>
            <a:pPr marL="107314">
              <a:lnSpc>
                <a:spcPct val="100000"/>
              </a:lnSpc>
            </a:pP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X’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402826" y="1787398"/>
            <a:ext cx="1176020" cy="1119505"/>
            <a:chOff x="9402826" y="1787398"/>
            <a:chExt cx="1176020" cy="1119505"/>
          </a:xfrm>
        </p:grpSpPr>
        <p:sp>
          <p:nvSpPr>
            <p:cNvPr id="27" name="object 27"/>
            <p:cNvSpPr/>
            <p:nvPr/>
          </p:nvSpPr>
          <p:spPr>
            <a:xfrm>
              <a:off x="9409176" y="1793748"/>
              <a:ext cx="1163320" cy="1106805"/>
            </a:xfrm>
            <a:custGeom>
              <a:avLst/>
              <a:gdLst/>
              <a:ahLst/>
              <a:cxnLst/>
              <a:rect l="l" t="t" r="r" b="b"/>
              <a:pathLst>
                <a:path w="1163320" h="1106805">
                  <a:moveTo>
                    <a:pt x="1162812" y="0"/>
                  </a:moveTo>
                  <a:lnTo>
                    <a:pt x="0" y="276605"/>
                  </a:lnTo>
                  <a:lnTo>
                    <a:pt x="0" y="829817"/>
                  </a:lnTo>
                  <a:lnTo>
                    <a:pt x="1162812" y="1106424"/>
                  </a:lnTo>
                  <a:lnTo>
                    <a:pt x="1162812" y="0"/>
                  </a:lnTo>
                  <a:close/>
                </a:path>
              </a:pathLst>
            </a:custGeom>
            <a:solidFill>
              <a:srgbClr val="4E91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409176" y="1793748"/>
              <a:ext cx="1163320" cy="1106805"/>
            </a:xfrm>
            <a:custGeom>
              <a:avLst/>
              <a:gdLst/>
              <a:ahLst/>
              <a:cxnLst/>
              <a:rect l="l" t="t" r="r" b="b"/>
              <a:pathLst>
                <a:path w="1163320" h="1106805">
                  <a:moveTo>
                    <a:pt x="1162812" y="1106424"/>
                  </a:moveTo>
                  <a:lnTo>
                    <a:pt x="0" y="829817"/>
                  </a:lnTo>
                  <a:lnTo>
                    <a:pt x="0" y="276605"/>
                  </a:lnTo>
                  <a:lnTo>
                    <a:pt x="1162812" y="0"/>
                  </a:lnTo>
                  <a:lnTo>
                    <a:pt x="1162812" y="1106424"/>
                  </a:lnTo>
                  <a:close/>
                </a:path>
              </a:pathLst>
            </a:custGeom>
            <a:ln w="12700">
              <a:solidFill>
                <a:srgbClr val="3769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717785" y="2218689"/>
            <a:ext cx="7416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5" dirty="0">
                <a:solidFill>
                  <a:srgbClr val="FFFFFF"/>
                </a:solidFill>
                <a:latin typeface="Tahoma"/>
                <a:cs typeface="Tahoma"/>
              </a:rPr>
              <a:t>Decoder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571988" y="2308860"/>
            <a:ext cx="264795" cy="76200"/>
          </a:xfrm>
          <a:custGeom>
            <a:avLst/>
            <a:gdLst/>
            <a:ahLst/>
            <a:cxnLst/>
            <a:rect l="l" t="t" r="r" b="b"/>
            <a:pathLst>
              <a:path w="264795" h="76200">
                <a:moveTo>
                  <a:pt x="188086" y="0"/>
                </a:moveTo>
                <a:lnTo>
                  <a:pt x="188086" y="76200"/>
                </a:lnTo>
                <a:lnTo>
                  <a:pt x="251586" y="44450"/>
                </a:lnTo>
                <a:lnTo>
                  <a:pt x="200786" y="44450"/>
                </a:lnTo>
                <a:lnTo>
                  <a:pt x="200786" y="31750"/>
                </a:lnTo>
                <a:lnTo>
                  <a:pt x="251586" y="31750"/>
                </a:lnTo>
                <a:lnTo>
                  <a:pt x="188086" y="0"/>
                </a:lnTo>
                <a:close/>
              </a:path>
              <a:path w="264795" h="76200">
                <a:moveTo>
                  <a:pt x="18808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88086" y="44450"/>
                </a:lnTo>
                <a:lnTo>
                  <a:pt x="188086" y="31750"/>
                </a:lnTo>
                <a:close/>
              </a:path>
              <a:path w="264795" h="76200">
                <a:moveTo>
                  <a:pt x="251586" y="31750"/>
                </a:moveTo>
                <a:lnTo>
                  <a:pt x="200786" y="31750"/>
                </a:lnTo>
                <a:lnTo>
                  <a:pt x="200786" y="44450"/>
                </a:lnTo>
                <a:lnTo>
                  <a:pt x="251586" y="44450"/>
                </a:lnTo>
                <a:lnTo>
                  <a:pt x="264286" y="38100"/>
                </a:lnTo>
                <a:lnTo>
                  <a:pt x="251586" y="3175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444483" y="2205227"/>
            <a:ext cx="759460" cy="309880"/>
          </a:xfrm>
          <a:prstGeom prst="rect">
            <a:avLst/>
          </a:prstGeom>
          <a:solidFill>
            <a:srgbClr val="C096F8"/>
          </a:solidFill>
          <a:ln w="12700">
            <a:solidFill>
              <a:srgbClr val="8B6DB6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1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Z’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0134" y="3891788"/>
            <a:ext cx="11004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Verdana"/>
                <a:cs typeface="Verdana"/>
              </a:rPr>
              <a:t>A</a:t>
            </a:r>
            <a:r>
              <a:rPr sz="1000" i="1" spc="-85" dirty="0">
                <a:latin typeface="Verdana"/>
                <a:cs typeface="Verdana"/>
              </a:rPr>
              <a:t> </a:t>
            </a:r>
            <a:r>
              <a:rPr sz="1000" i="1" spc="-25" dirty="0">
                <a:latin typeface="Verdana"/>
                <a:cs typeface="Verdana"/>
              </a:rPr>
              <a:t>dog</a:t>
            </a:r>
            <a:r>
              <a:rPr sz="1000" i="1" spc="-75" dirty="0">
                <a:latin typeface="Verdana"/>
                <a:cs typeface="Verdana"/>
              </a:rPr>
              <a:t> with </a:t>
            </a:r>
            <a:r>
              <a:rPr sz="1000" i="1" spc="-45" dirty="0">
                <a:latin typeface="Verdana"/>
                <a:cs typeface="Verdana"/>
              </a:rPr>
              <a:t>glasses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108960" y="2500756"/>
            <a:ext cx="1327150" cy="1534795"/>
          </a:xfrm>
          <a:custGeom>
            <a:avLst/>
            <a:gdLst/>
            <a:ahLst/>
            <a:cxnLst/>
            <a:rect l="l" t="t" r="r" b="b"/>
            <a:pathLst>
              <a:path w="1327150" h="1534795">
                <a:moveTo>
                  <a:pt x="853452" y="379933"/>
                </a:moveTo>
                <a:lnTo>
                  <a:pt x="850214" y="379412"/>
                </a:lnTo>
                <a:lnTo>
                  <a:pt x="849909" y="379412"/>
                </a:lnTo>
                <a:lnTo>
                  <a:pt x="853452" y="379933"/>
                </a:lnTo>
                <a:close/>
              </a:path>
              <a:path w="1327150" h="1534795">
                <a:moveTo>
                  <a:pt x="966241" y="395185"/>
                </a:moveTo>
                <a:lnTo>
                  <a:pt x="961631" y="394690"/>
                </a:lnTo>
                <a:lnTo>
                  <a:pt x="966101" y="395185"/>
                </a:lnTo>
                <a:lnTo>
                  <a:pt x="966241" y="395185"/>
                </a:lnTo>
                <a:close/>
              </a:path>
              <a:path w="1327150" h="1534795">
                <a:moveTo>
                  <a:pt x="1327023" y="435483"/>
                </a:moveTo>
                <a:lnTo>
                  <a:pt x="1286433" y="414210"/>
                </a:lnTo>
                <a:lnTo>
                  <a:pt x="1213866" y="376174"/>
                </a:lnTo>
                <a:lnTo>
                  <a:pt x="1213650" y="386651"/>
                </a:lnTo>
                <a:lnTo>
                  <a:pt x="1210056" y="385064"/>
                </a:lnTo>
                <a:lnTo>
                  <a:pt x="1211465" y="414159"/>
                </a:lnTo>
                <a:lnTo>
                  <a:pt x="1205915" y="414045"/>
                </a:lnTo>
                <a:lnTo>
                  <a:pt x="1146035" y="411048"/>
                </a:lnTo>
                <a:lnTo>
                  <a:pt x="1086218" y="406908"/>
                </a:lnTo>
                <a:lnTo>
                  <a:pt x="1085913" y="406908"/>
                </a:lnTo>
                <a:lnTo>
                  <a:pt x="1025575" y="401535"/>
                </a:lnTo>
                <a:lnTo>
                  <a:pt x="1020419" y="401091"/>
                </a:lnTo>
                <a:lnTo>
                  <a:pt x="966101" y="395185"/>
                </a:lnTo>
                <a:lnTo>
                  <a:pt x="961580" y="394690"/>
                </a:lnTo>
                <a:lnTo>
                  <a:pt x="965441" y="395185"/>
                </a:lnTo>
                <a:lnTo>
                  <a:pt x="907542" y="387807"/>
                </a:lnTo>
                <a:lnTo>
                  <a:pt x="903681" y="387324"/>
                </a:lnTo>
                <a:lnTo>
                  <a:pt x="849871" y="379412"/>
                </a:lnTo>
                <a:lnTo>
                  <a:pt x="796290" y="370649"/>
                </a:lnTo>
                <a:lnTo>
                  <a:pt x="795705" y="370547"/>
                </a:lnTo>
                <a:lnTo>
                  <a:pt x="793559" y="370141"/>
                </a:lnTo>
                <a:lnTo>
                  <a:pt x="793267" y="370141"/>
                </a:lnTo>
                <a:lnTo>
                  <a:pt x="737743" y="359867"/>
                </a:lnTo>
                <a:lnTo>
                  <a:pt x="734923" y="359346"/>
                </a:lnTo>
                <a:lnTo>
                  <a:pt x="737463" y="359867"/>
                </a:lnTo>
                <a:lnTo>
                  <a:pt x="683387" y="348830"/>
                </a:lnTo>
                <a:lnTo>
                  <a:pt x="681431" y="348424"/>
                </a:lnTo>
                <a:lnTo>
                  <a:pt x="683171" y="348830"/>
                </a:lnTo>
                <a:lnTo>
                  <a:pt x="630301" y="336740"/>
                </a:lnTo>
                <a:lnTo>
                  <a:pt x="626554" y="335902"/>
                </a:lnTo>
                <a:lnTo>
                  <a:pt x="626325" y="335838"/>
                </a:lnTo>
                <a:lnTo>
                  <a:pt x="583120" y="325247"/>
                </a:lnTo>
                <a:lnTo>
                  <a:pt x="582904" y="325196"/>
                </a:lnTo>
                <a:lnTo>
                  <a:pt x="579183" y="324192"/>
                </a:lnTo>
                <a:lnTo>
                  <a:pt x="578866" y="324192"/>
                </a:lnTo>
                <a:lnTo>
                  <a:pt x="581253" y="324789"/>
                </a:lnTo>
                <a:lnTo>
                  <a:pt x="578840" y="324192"/>
                </a:lnTo>
                <a:lnTo>
                  <a:pt x="527900" y="310502"/>
                </a:lnTo>
                <a:lnTo>
                  <a:pt x="481545" y="296862"/>
                </a:lnTo>
                <a:lnTo>
                  <a:pt x="434098" y="281813"/>
                </a:lnTo>
                <a:lnTo>
                  <a:pt x="389483" y="266369"/>
                </a:lnTo>
                <a:lnTo>
                  <a:pt x="391172" y="266954"/>
                </a:lnTo>
                <a:lnTo>
                  <a:pt x="389623" y="266369"/>
                </a:lnTo>
                <a:lnTo>
                  <a:pt x="389293" y="266280"/>
                </a:lnTo>
                <a:lnTo>
                  <a:pt x="349275" y="251206"/>
                </a:lnTo>
                <a:lnTo>
                  <a:pt x="349135" y="251155"/>
                </a:lnTo>
                <a:lnTo>
                  <a:pt x="346837" y="250228"/>
                </a:lnTo>
                <a:lnTo>
                  <a:pt x="305257" y="233172"/>
                </a:lnTo>
                <a:lnTo>
                  <a:pt x="268719" y="216789"/>
                </a:lnTo>
                <a:lnTo>
                  <a:pt x="230974" y="198247"/>
                </a:lnTo>
                <a:lnTo>
                  <a:pt x="218655" y="191770"/>
                </a:lnTo>
                <a:lnTo>
                  <a:pt x="216052" y="190309"/>
                </a:lnTo>
                <a:lnTo>
                  <a:pt x="200304" y="181584"/>
                </a:lnTo>
                <a:lnTo>
                  <a:pt x="199872" y="181381"/>
                </a:lnTo>
                <a:lnTo>
                  <a:pt x="183527" y="171767"/>
                </a:lnTo>
                <a:lnTo>
                  <a:pt x="171284" y="164312"/>
                </a:lnTo>
                <a:lnTo>
                  <a:pt x="156159" y="154343"/>
                </a:lnTo>
                <a:lnTo>
                  <a:pt x="152247" y="151803"/>
                </a:lnTo>
                <a:lnTo>
                  <a:pt x="151752" y="151472"/>
                </a:lnTo>
                <a:lnTo>
                  <a:pt x="145161" y="146900"/>
                </a:lnTo>
                <a:lnTo>
                  <a:pt x="143522" y="145796"/>
                </a:lnTo>
                <a:lnTo>
                  <a:pt x="142824" y="145237"/>
                </a:lnTo>
                <a:lnTo>
                  <a:pt x="142316" y="144881"/>
                </a:lnTo>
                <a:lnTo>
                  <a:pt x="132664" y="137858"/>
                </a:lnTo>
                <a:lnTo>
                  <a:pt x="132257" y="137541"/>
                </a:lnTo>
                <a:lnTo>
                  <a:pt x="130263" y="135966"/>
                </a:lnTo>
                <a:lnTo>
                  <a:pt x="129959" y="135801"/>
                </a:lnTo>
                <a:lnTo>
                  <a:pt x="116598" y="125272"/>
                </a:lnTo>
                <a:lnTo>
                  <a:pt x="107289" y="117386"/>
                </a:lnTo>
                <a:lnTo>
                  <a:pt x="106845" y="116928"/>
                </a:lnTo>
                <a:lnTo>
                  <a:pt x="96507" y="107581"/>
                </a:lnTo>
                <a:lnTo>
                  <a:pt x="87122" y="98298"/>
                </a:lnTo>
                <a:lnTo>
                  <a:pt x="78359" y="88912"/>
                </a:lnTo>
                <a:lnTo>
                  <a:pt x="70485" y="79629"/>
                </a:lnTo>
                <a:lnTo>
                  <a:pt x="64173" y="71247"/>
                </a:lnTo>
                <a:lnTo>
                  <a:pt x="63855" y="70866"/>
                </a:lnTo>
                <a:lnTo>
                  <a:pt x="63500" y="70358"/>
                </a:lnTo>
                <a:lnTo>
                  <a:pt x="58127" y="62306"/>
                </a:lnTo>
                <a:lnTo>
                  <a:pt x="57378" y="61226"/>
                </a:lnTo>
                <a:lnTo>
                  <a:pt x="51904" y="51714"/>
                </a:lnTo>
                <a:lnTo>
                  <a:pt x="47815" y="43357"/>
                </a:lnTo>
                <a:lnTo>
                  <a:pt x="44196" y="34417"/>
                </a:lnTo>
                <a:lnTo>
                  <a:pt x="41998" y="27178"/>
                </a:lnTo>
                <a:lnTo>
                  <a:pt x="41592" y="25946"/>
                </a:lnTo>
                <a:lnTo>
                  <a:pt x="41338" y="24765"/>
                </a:lnTo>
                <a:lnTo>
                  <a:pt x="39903" y="18669"/>
                </a:lnTo>
                <a:lnTo>
                  <a:pt x="39776" y="18262"/>
                </a:lnTo>
                <a:lnTo>
                  <a:pt x="39497" y="16891"/>
                </a:lnTo>
                <a:lnTo>
                  <a:pt x="39001" y="12827"/>
                </a:lnTo>
                <a:lnTo>
                  <a:pt x="38608" y="10160"/>
                </a:lnTo>
                <a:lnTo>
                  <a:pt x="38519" y="8382"/>
                </a:lnTo>
                <a:lnTo>
                  <a:pt x="38188" y="1778"/>
                </a:lnTo>
                <a:lnTo>
                  <a:pt x="38100" y="0"/>
                </a:lnTo>
                <a:lnTo>
                  <a:pt x="0" y="1778"/>
                </a:lnTo>
                <a:lnTo>
                  <a:pt x="292" y="8382"/>
                </a:lnTo>
                <a:lnTo>
                  <a:pt x="381" y="10160"/>
                </a:lnTo>
                <a:lnTo>
                  <a:pt x="508" y="12827"/>
                </a:lnTo>
                <a:lnTo>
                  <a:pt x="13335" y="59563"/>
                </a:lnTo>
                <a:lnTo>
                  <a:pt x="32893" y="93091"/>
                </a:lnTo>
                <a:lnTo>
                  <a:pt x="60071" y="125095"/>
                </a:lnTo>
                <a:lnTo>
                  <a:pt x="94107" y="156083"/>
                </a:lnTo>
                <a:lnTo>
                  <a:pt x="134620" y="185928"/>
                </a:lnTo>
                <a:lnTo>
                  <a:pt x="181229" y="214630"/>
                </a:lnTo>
                <a:lnTo>
                  <a:pt x="215633" y="233172"/>
                </a:lnTo>
                <a:lnTo>
                  <a:pt x="252349" y="251206"/>
                </a:lnTo>
                <a:lnTo>
                  <a:pt x="291592" y="268732"/>
                </a:lnTo>
                <a:lnTo>
                  <a:pt x="332867" y="285750"/>
                </a:lnTo>
                <a:lnTo>
                  <a:pt x="376301" y="302133"/>
                </a:lnTo>
                <a:lnTo>
                  <a:pt x="421894" y="317881"/>
                </a:lnTo>
                <a:lnTo>
                  <a:pt x="469138" y="332994"/>
                </a:lnTo>
                <a:lnTo>
                  <a:pt x="518287" y="347345"/>
                </a:lnTo>
                <a:lnTo>
                  <a:pt x="569087" y="361061"/>
                </a:lnTo>
                <a:lnTo>
                  <a:pt x="621411" y="373888"/>
                </a:lnTo>
                <a:lnTo>
                  <a:pt x="675259" y="386080"/>
                </a:lnTo>
                <a:lnTo>
                  <a:pt x="730250" y="397256"/>
                </a:lnTo>
                <a:lnTo>
                  <a:pt x="786511" y="407670"/>
                </a:lnTo>
                <a:lnTo>
                  <a:pt x="843915" y="416941"/>
                </a:lnTo>
                <a:lnTo>
                  <a:pt x="902081" y="425577"/>
                </a:lnTo>
                <a:lnTo>
                  <a:pt x="961263" y="432943"/>
                </a:lnTo>
                <a:lnTo>
                  <a:pt x="1021080" y="439420"/>
                </a:lnTo>
                <a:lnTo>
                  <a:pt x="1072819" y="443992"/>
                </a:lnTo>
                <a:lnTo>
                  <a:pt x="1048893" y="449072"/>
                </a:lnTo>
                <a:lnTo>
                  <a:pt x="988187" y="464185"/>
                </a:lnTo>
                <a:lnTo>
                  <a:pt x="928243" y="481838"/>
                </a:lnTo>
                <a:lnTo>
                  <a:pt x="869061" y="502158"/>
                </a:lnTo>
                <a:lnTo>
                  <a:pt x="810895" y="525018"/>
                </a:lnTo>
                <a:lnTo>
                  <a:pt x="753618" y="550164"/>
                </a:lnTo>
                <a:lnTo>
                  <a:pt x="670179" y="592201"/>
                </a:lnTo>
                <a:lnTo>
                  <a:pt x="616077" y="622935"/>
                </a:lnTo>
                <a:lnTo>
                  <a:pt x="563308" y="655828"/>
                </a:lnTo>
                <a:lnTo>
                  <a:pt x="512445" y="690245"/>
                </a:lnTo>
                <a:lnTo>
                  <a:pt x="463042" y="726821"/>
                </a:lnTo>
                <a:lnTo>
                  <a:pt x="415671" y="765048"/>
                </a:lnTo>
                <a:lnTo>
                  <a:pt x="369951" y="805053"/>
                </a:lnTo>
                <a:lnTo>
                  <a:pt x="326390" y="846455"/>
                </a:lnTo>
                <a:lnTo>
                  <a:pt x="285115" y="889254"/>
                </a:lnTo>
                <a:lnTo>
                  <a:pt x="245999" y="933577"/>
                </a:lnTo>
                <a:lnTo>
                  <a:pt x="209156" y="979043"/>
                </a:lnTo>
                <a:lnTo>
                  <a:pt x="174993" y="1025652"/>
                </a:lnTo>
                <a:lnTo>
                  <a:pt x="143637" y="1073289"/>
                </a:lnTo>
                <a:lnTo>
                  <a:pt x="114808" y="1121918"/>
                </a:lnTo>
                <a:lnTo>
                  <a:pt x="89027" y="1171575"/>
                </a:lnTo>
                <a:lnTo>
                  <a:pt x="66167" y="1221740"/>
                </a:lnTo>
                <a:lnTo>
                  <a:pt x="46482" y="1272667"/>
                </a:lnTo>
                <a:lnTo>
                  <a:pt x="30099" y="1324356"/>
                </a:lnTo>
                <a:lnTo>
                  <a:pt x="17145" y="1376299"/>
                </a:lnTo>
                <a:lnTo>
                  <a:pt x="7747" y="1428750"/>
                </a:lnTo>
                <a:lnTo>
                  <a:pt x="1905" y="1481328"/>
                </a:lnTo>
                <a:lnTo>
                  <a:pt x="0" y="1533906"/>
                </a:lnTo>
                <a:lnTo>
                  <a:pt x="38100" y="1534541"/>
                </a:lnTo>
                <a:lnTo>
                  <a:pt x="38582" y="1509915"/>
                </a:lnTo>
                <a:lnTo>
                  <a:pt x="39903" y="1484515"/>
                </a:lnTo>
                <a:lnTo>
                  <a:pt x="40081" y="1482344"/>
                </a:lnTo>
                <a:lnTo>
                  <a:pt x="42024" y="1461566"/>
                </a:lnTo>
                <a:lnTo>
                  <a:pt x="45377" y="1434477"/>
                </a:lnTo>
                <a:lnTo>
                  <a:pt x="45466" y="1433830"/>
                </a:lnTo>
                <a:lnTo>
                  <a:pt x="45529" y="1433271"/>
                </a:lnTo>
                <a:lnTo>
                  <a:pt x="49415" y="1409585"/>
                </a:lnTo>
                <a:lnTo>
                  <a:pt x="49517" y="1408938"/>
                </a:lnTo>
                <a:lnTo>
                  <a:pt x="54254" y="1384566"/>
                </a:lnTo>
                <a:lnTo>
                  <a:pt x="66319" y="1336217"/>
                </a:lnTo>
                <a:lnTo>
                  <a:pt x="82296" y="1285646"/>
                </a:lnTo>
                <a:lnTo>
                  <a:pt x="100342" y="1238732"/>
                </a:lnTo>
                <a:lnTo>
                  <a:pt x="101155" y="1236840"/>
                </a:lnTo>
                <a:lnTo>
                  <a:pt x="101142" y="1236713"/>
                </a:lnTo>
                <a:lnTo>
                  <a:pt x="101422" y="1236256"/>
                </a:lnTo>
                <a:lnTo>
                  <a:pt x="110617" y="1215021"/>
                </a:lnTo>
                <a:lnTo>
                  <a:pt x="122174" y="1190510"/>
                </a:lnTo>
                <a:lnTo>
                  <a:pt x="147637" y="1141260"/>
                </a:lnTo>
                <a:lnTo>
                  <a:pt x="176174" y="1093089"/>
                </a:lnTo>
                <a:lnTo>
                  <a:pt x="206121" y="1047788"/>
                </a:lnTo>
                <a:lnTo>
                  <a:pt x="238582" y="1003287"/>
                </a:lnTo>
                <a:lnTo>
                  <a:pt x="273050" y="960577"/>
                </a:lnTo>
                <a:lnTo>
                  <a:pt x="293916" y="936294"/>
                </a:lnTo>
                <a:lnTo>
                  <a:pt x="312762" y="915352"/>
                </a:lnTo>
                <a:lnTo>
                  <a:pt x="313055" y="915047"/>
                </a:lnTo>
                <a:lnTo>
                  <a:pt x="312851" y="915352"/>
                </a:lnTo>
                <a:lnTo>
                  <a:pt x="313232" y="914971"/>
                </a:lnTo>
                <a:lnTo>
                  <a:pt x="315239" y="912761"/>
                </a:lnTo>
                <a:lnTo>
                  <a:pt x="353568" y="873125"/>
                </a:lnTo>
                <a:lnTo>
                  <a:pt x="395401" y="833374"/>
                </a:lnTo>
                <a:lnTo>
                  <a:pt x="395630" y="833132"/>
                </a:lnTo>
                <a:lnTo>
                  <a:pt x="440423" y="794004"/>
                </a:lnTo>
                <a:lnTo>
                  <a:pt x="486029" y="757301"/>
                </a:lnTo>
                <a:lnTo>
                  <a:pt x="533450" y="722185"/>
                </a:lnTo>
                <a:lnTo>
                  <a:pt x="533590" y="722007"/>
                </a:lnTo>
                <a:lnTo>
                  <a:pt x="534149" y="721626"/>
                </a:lnTo>
                <a:lnTo>
                  <a:pt x="534784" y="721118"/>
                </a:lnTo>
                <a:lnTo>
                  <a:pt x="584365" y="687578"/>
                </a:lnTo>
                <a:lnTo>
                  <a:pt x="635863" y="655408"/>
                </a:lnTo>
                <a:lnTo>
                  <a:pt x="687552" y="626071"/>
                </a:lnTo>
                <a:lnTo>
                  <a:pt x="740625" y="598665"/>
                </a:lnTo>
                <a:lnTo>
                  <a:pt x="742086" y="597992"/>
                </a:lnTo>
                <a:lnTo>
                  <a:pt x="742530" y="597750"/>
                </a:lnTo>
                <a:lnTo>
                  <a:pt x="741946" y="597992"/>
                </a:lnTo>
                <a:lnTo>
                  <a:pt x="742530" y="597750"/>
                </a:lnTo>
                <a:lnTo>
                  <a:pt x="769112" y="585012"/>
                </a:lnTo>
                <a:lnTo>
                  <a:pt x="799338" y="571398"/>
                </a:lnTo>
                <a:lnTo>
                  <a:pt x="826630" y="559701"/>
                </a:lnTo>
                <a:lnTo>
                  <a:pt x="854760" y="548436"/>
                </a:lnTo>
                <a:lnTo>
                  <a:pt x="877722" y="539635"/>
                </a:lnTo>
                <a:lnTo>
                  <a:pt x="881951" y="538124"/>
                </a:lnTo>
                <a:lnTo>
                  <a:pt x="939673" y="518160"/>
                </a:lnTo>
                <a:lnTo>
                  <a:pt x="996886" y="501307"/>
                </a:lnTo>
                <a:lnTo>
                  <a:pt x="1056462" y="486397"/>
                </a:lnTo>
                <a:lnTo>
                  <a:pt x="1056919" y="486397"/>
                </a:lnTo>
                <a:lnTo>
                  <a:pt x="1061796" y="485279"/>
                </a:lnTo>
                <a:lnTo>
                  <a:pt x="1115047" y="474687"/>
                </a:lnTo>
                <a:lnTo>
                  <a:pt x="1145984" y="469582"/>
                </a:lnTo>
                <a:lnTo>
                  <a:pt x="1146302" y="469582"/>
                </a:lnTo>
                <a:lnTo>
                  <a:pt x="1148524" y="469226"/>
                </a:lnTo>
                <a:lnTo>
                  <a:pt x="1172425" y="465912"/>
                </a:lnTo>
                <a:lnTo>
                  <a:pt x="1176235" y="465467"/>
                </a:lnTo>
                <a:lnTo>
                  <a:pt x="1205242" y="462026"/>
                </a:lnTo>
                <a:lnTo>
                  <a:pt x="1202588" y="462026"/>
                </a:lnTo>
                <a:lnTo>
                  <a:pt x="1212151" y="461581"/>
                </a:lnTo>
                <a:lnTo>
                  <a:pt x="1211580" y="490474"/>
                </a:lnTo>
                <a:lnTo>
                  <a:pt x="1215123" y="488784"/>
                </a:lnTo>
                <a:lnTo>
                  <a:pt x="1215644" y="499237"/>
                </a:lnTo>
                <a:lnTo>
                  <a:pt x="1327023" y="436626"/>
                </a:lnTo>
                <a:lnTo>
                  <a:pt x="1325765" y="436079"/>
                </a:lnTo>
                <a:lnTo>
                  <a:pt x="1327023" y="435483"/>
                </a:lnTo>
                <a:close/>
              </a:path>
            </a:pathLst>
          </a:custGeom>
          <a:solidFill>
            <a:srgbClr val="FF941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98935" y="2005583"/>
            <a:ext cx="699516" cy="699515"/>
          </a:xfrm>
          <a:prstGeom prst="rect">
            <a:avLst/>
          </a:prstGeom>
        </p:spPr>
      </p:pic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E8151C70-6DB7-F7DE-58E0-16F4DE11B02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D391C78-BE7B-4FF3-9B6E-65B0749A5AE6}" type="datetime1">
              <a:rPr lang="en-IN" smtClean="0"/>
              <a:t>17-10-2025</a:t>
            </a:fld>
            <a:endParaRPr lang="en-US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5E995C47-232B-B2AD-8BB1-B5EA0023DA1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B08F85BA-31E4-CB19-EF3A-9802B05D61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24</a:t>
            </a:fld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491" y="1793748"/>
            <a:ext cx="370840" cy="110680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Architecture</a:t>
            </a:r>
            <a:r>
              <a:rPr spc="70" dirty="0"/>
              <a:t> </a:t>
            </a:r>
            <a:r>
              <a:rPr spc="-254" dirty="0"/>
              <a:t>(Image-</a:t>
            </a:r>
            <a:r>
              <a:rPr spc="-459" dirty="0"/>
              <a:t>To-</a:t>
            </a:r>
            <a:r>
              <a:rPr spc="-300" dirty="0"/>
              <a:t>Image)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06397" y="1787398"/>
            <a:ext cx="1176020" cy="1119505"/>
            <a:chOff x="1406397" y="1787398"/>
            <a:chExt cx="1176020" cy="1119505"/>
          </a:xfrm>
        </p:grpSpPr>
        <p:sp>
          <p:nvSpPr>
            <p:cNvPr id="5" name="object 5"/>
            <p:cNvSpPr/>
            <p:nvPr/>
          </p:nvSpPr>
          <p:spPr>
            <a:xfrm>
              <a:off x="1412747" y="1793748"/>
              <a:ext cx="1163320" cy="1106805"/>
            </a:xfrm>
            <a:custGeom>
              <a:avLst/>
              <a:gdLst/>
              <a:ahLst/>
              <a:cxnLst/>
              <a:rect l="l" t="t" r="r" b="b"/>
              <a:pathLst>
                <a:path w="1163320" h="1106805">
                  <a:moveTo>
                    <a:pt x="0" y="0"/>
                  </a:moveTo>
                  <a:lnTo>
                    <a:pt x="0" y="1106424"/>
                  </a:lnTo>
                  <a:lnTo>
                    <a:pt x="1162812" y="829817"/>
                  </a:lnTo>
                  <a:lnTo>
                    <a:pt x="1162812" y="2766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12747" y="1793748"/>
              <a:ext cx="1163320" cy="1106805"/>
            </a:xfrm>
            <a:custGeom>
              <a:avLst/>
              <a:gdLst/>
              <a:ahLst/>
              <a:cxnLst/>
              <a:rect l="l" t="t" r="r" b="b"/>
              <a:pathLst>
                <a:path w="1163320" h="1106805">
                  <a:moveTo>
                    <a:pt x="0" y="0"/>
                  </a:moveTo>
                  <a:lnTo>
                    <a:pt x="1162812" y="276605"/>
                  </a:lnTo>
                  <a:lnTo>
                    <a:pt x="1162812" y="829817"/>
                  </a:lnTo>
                  <a:lnTo>
                    <a:pt x="0" y="110642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E54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41144" y="2218689"/>
            <a:ext cx="7131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Encoder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7772" y="2191511"/>
            <a:ext cx="759460" cy="309880"/>
          </a:xfrm>
          <a:prstGeom prst="rect">
            <a:avLst/>
          </a:prstGeom>
          <a:solidFill>
            <a:srgbClr val="C096F8"/>
          </a:solidFill>
          <a:ln w="12700">
            <a:solidFill>
              <a:srgbClr val="8B6DB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9029" y="3049339"/>
            <a:ext cx="3783932" cy="2514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7639" y="4175759"/>
            <a:ext cx="1004569" cy="26098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315"/>
              </a:spcBef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Text</a:t>
            </a:r>
            <a:r>
              <a:rPr sz="11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Prompt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1346" y="3747261"/>
            <a:ext cx="1176020" cy="1117600"/>
            <a:chOff x="1371346" y="3747261"/>
            <a:chExt cx="1176020" cy="1117600"/>
          </a:xfrm>
        </p:grpSpPr>
        <p:sp>
          <p:nvSpPr>
            <p:cNvPr id="12" name="object 12"/>
            <p:cNvSpPr/>
            <p:nvPr/>
          </p:nvSpPr>
          <p:spPr>
            <a:xfrm>
              <a:off x="1377696" y="3753611"/>
              <a:ext cx="1163320" cy="1104900"/>
            </a:xfrm>
            <a:custGeom>
              <a:avLst/>
              <a:gdLst/>
              <a:ahLst/>
              <a:cxnLst/>
              <a:rect l="l" t="t" r="r" b="b"/>
              <a:pathLst>
                <a:path w="1163320" h="1104900">
                  <a:moveTo>
                    <a:pt x="0" y="0"/>
                  </a:moveTo>
                  <a:lnTo>
                    <a:pt x="0" y="1104900"/>
                  </a:lnTo>
                  <a:lnTo>
                    <a:pt x="1162811" y="828675"/>
                  </a:lnTo>
                  <a:lnTo>
                    <a:pt x="1162811" y="276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77696" y="3753611"/>
              <a:ext cx="1163320" cy="1104900"/>
            </a:xfrm>
            <a:custGeom>
              <a:avLst/>
              <a:gdLst/>
              <a:ahLst/>
              <a:cxnLst/>
              <a:rect l="l" t="t" r="r" b="b"/>
              <a:pathLst>
                <a:path w="1163320" h="1104900">
                  <a:moveTo>
                    <a:pt x="0" y="0"/>
                  </a:moveTo>
                  <a:lnTo>
                    <a:pt x="1162811" y="276225"/>
                  </a:lnTo>
                  <a:lnTo>
                    <a:pt x="1162811" y="828675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E54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06474" y="4071365"/>
            <a:ext cx="7131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CLIP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Encoder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7772" y="4034028"/>
            <a:ext cx="759460" cy="544195"/>
          </a:xfrm>
          <a:prstGeom prst="rect">
            <a:avLst/>
          </a:prstGeom>
          <a:ln w="12700">
            <a:solidFill>
              <a:srgbClr val="C096F8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700">
              <a:latin typeface="Times New Roman"/>
              <a:cs typeface="Times New Roman"/>
            </a:endParaRPr>
          </a:p>
          <a:p>
            <a:pPr marL="119380" marR="112395" indent="109220">
              <a:lnSpc>
                <a:spcPct val="100000"/>
              </a:lnSpc>
            </a:pPr>
            <a:r>
              <a:rPr sz="700" spc="-10" dirty="0">
                <a:latin typeface="Tahoma"/>
                <a:cs typeface="Tahoma"/>
              </a:rPr>
              <a:t>Prompt Embeddings</a:t>
            </a:r>
            <a:endParaRPr sz="7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3608" y="1740026"/>
            <a:ext cx="3820667" cy="1323848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258824" y="2308860"/>
            <a:ext cx="1489075" cy="76200"/>
            <a:chOff x="1258824" y="2308860"/>
            <a:chExt cx="1489075" cy="7620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8824" y="2308860"/>
              <a:ext cx="154685" cy="76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5560" y="2308860"/>
              <a:ext cx="171957" cy="7620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171955" y="4267200"/>
            <a:ext cx="1575435" cy="76200"/>
            <a:chOff x="1171955" y="4267200"/>
            <a:chExt cx="1575435" cy="7620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1955" y="4267200"/>
              <a:ext cx="206756" cy="76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40508" y="4267200"/>
              <a:ext cx="206756" cy="762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560314" y="2684144"/>
            <a:ext cx="5448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8115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Tahoma"/>
                <a:cs typeface="Tahoma"/>
              </a:rPr>
              <a:t>Time </a:t>
            </a:r>
            <a:r>
              <a:rPr sz="700" spc="-10" dirty="0">
                <a:latin typeface="Tahoma"/>
                <a:cs typeface="Tahoma"/>
              </a:rPr>
              <a:t>Embeddings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07533" y="1728977"/>
            <a:ext cx="894715" cy="553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ahoma"/>
                <a:cs typeface="Tahoma"/>
              </a:rPr>
              <a:t>Scheduler</a:t>
            </a:r>
            <a:endParaRPr sz="1400">
              <a:latin typeface="Tahoma"/>
              <a:cs typeface="Tahoma"/>
            </a:endParaRPr>
          </a:p>
          <a:p>
            <a:pPr marR="22860" algn="ctr">
              <a:lnSpc>
                <a:spcPct val="100000"/>
              </a:lnSpc>
              <a:spcBef>
                <a:spcPts val="1145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837164" y="1793748"/>
            <a:ext cx="370840" cy="110680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400">
              <a:latin typeface="Times New Roman"/>
              <a:cs typeface="Times New Roman"/>
            </a:endParaRPr>
          </a:p>
          <a:p>
            <a:pPr marL="107314">
              <a:lnSpc>
                <a:spcPct val="100000"/>
              </a:lnSpc>
            </a:pP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X’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402826" y="1787398"/>
            <a:ext cx="1176020" cy="1119505"/>
            <a:chOff x="9402826" y="1787398"/>
            <a:chExt cx="1176020" cy="1119505"/>
          </a:xfrm>
        </p:grpSpPr>
        <p:sp>
          <p:nvSpPr>
            <p:cNvPr id="27" name="object 27"/>
            <p:cNvSpPr/>
            <p:nvPr/>
          </p:nvSpPr>
          <p:spPr>
            <a:xfrm>
              <a:off x="9409176" y="1793748"/>
              <a:ext cx="1163320" cy="1106805"/>
            </a:xfrm>
            <a:custGeom>
              <a:avLst/>
              <a:gdLst/>
              <a:ahLst/>
              <a:cxnLst/>
              <a:rect l="l" t="t" r="r" b="b"/>
              <a:pathLst>
                <a:path w="1163320" h="1106805">
                  <a:moveTo>
                    <a:pt x="1162812" y="0"/>
                  </a:moveTo>
                  <a:lnTo>
                    <a:pt x="0" y="276605"/>
                  </a:lnTo>
                  <a:lnTo>
                    <a:pt x="0" y="829817"/>
                  </a:lnTo>
                  <a:lnTo>
                    <a:pt x="1162812" y="1106424"/>
                  </a:lnTo>
                  <a:lnTo>
                    <a:pt x="1162812" y="0"/>
                  </a:lnTo>
                  <a:close/>
                </a:path>
              </a:pathLst>
            </a:custGeom>
            <a:solidFill>
              <a:srgbClr val="4E91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409176" y="1793748"/>
              <a:ext cx="1163320" cy="1106805"/>
            </a:xfrm>
            <a:custGeom>
              <a:avLst/>
              <a:gdLst/>
              <a:ahLst/>
              <a:cxnLst/>
              <a:rect l="l" t="t" r="r" b="b"/>
              <a:pathLst>
                <a:path w="1163320" h="1106805">
                  <a:moveTo>
                    <a:pt x="1162812" y="1106424"/>
                  </a:moveTo>
                  <a:lnTo>
                    <a:pt x="0" y="829817"/>
                  </a:lnTo>
                  <a:lnTo>
                    <a:pt x="0" y="276605"/>
                  </a:lnTo>
                  <a:lnTo>
                    <a:pt x="1162812" y="0"/>
                  </a:lnTo>
                  <a:lnTo>
                    <a:pt x="1162812" y="1106424"/>
                  </a:lnTo>
                  <a:close/>
                </a:path>
              </a:pathLst>
            </a:custGeom>
            <a:ln w="12700">
              <a:solidFill>
                <a:srgbClr val="3769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717785" y="2218689"/>
            <a:ext cx="7416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5" dirty="0">
                <a:solidFill>
                  <a:srgbClr val="FFFFFF"/>
                </a:solidFill>
                <a:latin typeface="Tahoma"/>
                <a:cs typeface="Tahoma"/>
              </a:rPr>
              <a:t>Decoder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571988" y="2308860"/>
            <a:ext cx="264795" cy="76200"/>
          </a:xfrm>
          <a:custGeom>
            <a:avLst/>
            <a:gdLst/>
            <a:ahLst/>
            <a:cxnLst/>
            <a:rect l="l" t="t" r="r" b="b"/>
            <a:pathLst>
              <a:path w="264795" h="76200">
                <a:moveTo>
                  <a:pt x="188086" y="0"/>
                </a:moveTo>
                <a:lnTo>
                  <a:pt x="188086" y="76200"/>
                </a:lnTo>
                <a:lnTo>
                  <a:pt x="251586" y="44450"/>
                </a:lnTo>
                <a:lnTo>
                  <a:pt x="200786" y="44450"/>
                </a:lnTo>
                <a:lnTo>
                  <a:pt x="200786" y="31750"/>
                </a:lnTo>
                <a:lnTo>
                  <a:pt x="251586" y="31750"/>
                </a:lnTo>
                <a:lnTo>
                  <a:pt x="188086" y="0"/>
                </a:lnTo>
                <a:close/>
              </a:path>
              <a:path w="264795" h="76200">
                <a:moveTo>
                  <a:pt x="18808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88086" y="44450"/>
                </a:lnTo>
                <a:lnTo>
                  <a:pt x="188086" y="31750"/>
                </a:lnTo>
                <a:close/>
              </a:path>
              <a:path w="264795" h="76200">
                <a:moveTo>
                  <a:pt x="251586" y="31750"/>
                </a:moveTo>
                <a:lnTo>
                  <a:pt x="200786" y="31750"/>
                </a:lnTo>
                <a:lnTo>
                  <a:pt x="200786" y="44450"/>
                </a:lnTo>
                <a:lnTo>
                  <a:pt x="251586" y="44450"/>
                </a:lnTo>
                <a:lnTo>
                  <a:pt x="264286" y="38100"/>
                </a:lnTo>
                <a:lnTo>
                  <a:pt x="251586" y="3175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444483" y="2205227"/>
            <a:ext cx="759460" cy="309880"/>
          </a:xfrm>
          <a:prstGeom prst="rect">
            <a:avLst/>
          </a:prstGeom>
          <a:solidFill>
            <a:srgbClr val="C096F8"/>
          </a:solidFill>
          <a:ln w="12700">
            <a:solidFill>
              <a:srgbClr val="8B6DB6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1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Z’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0134" y="3891788"/>
            <a:ext cx="11004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Verdana"/>
                <a:cs typeface="Verdana"/>
              </a:rPr>
              <a:t>A</a:t>
            </a:r>
            <a:r>
              <a:rPr sz="1000" i="1" spc="-85" dirty="0">
                <a:latin typeface="Verdana"/>
                <a:cs typeface="Verdana"/>
              </a:rPr>
              <a:t> </a:t>
            </a:r>
            <a:r>
              <a:rPr sz="1000" i="1" spc="-25" dirty="0">
                <a:latin typeface="Verdana"/>
                <a:cs typeface="Verdana"/>
              </a:rPr>
              <a:t>dog</a:t>
            </a:r>
            <a:r>
              <a:rPr sz="1000" i="1" spc="-75" dirty="0">
                <a:latin typeface="Verdana"/>
                <a:cs typeface="Verdana"/>
              </a:rPr>
              <a:t> with </a:t>
            </a:r>
            <a:r>
              <a:rPr sz="1000" i="1" spc="-45" dirty="0">
                <a:latin typeface="Verdana"/>
                <a:cs typeface="Verdana"/>
              </a:rPr>
              <a:t>glasses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108960" y="1906523"/>
            <a:ext cx="1327150" cy="2129155"/>
            <a:chOff x="3108960" y="1906523"/>
            <a:chExt cx="1327150" cy="2129155"/>
          </a:xfrm>
        </p:grpSpPr>
        <p:sp>
          <p:nvSpPr>
            <p:cNvPr id="34" name="object 34"/>
            <p:cNvSpPr/>
            <p:nvPr/>
          </p:nvSpPr>
          <p:spPr>
            <a:xfrm>
              <a:off x="3108960" y="2500756"/>
              <a:ext cx="1327150" cy="1534795"/>
            </a:xfrm>
            <a:custGeom>
              <a:avLst/>
              <a:gdLst/>
              <a:ahLst/>
              <a:cxnLst/>
              <a:rect l="l" t="t" r="r" b="b"/>
              <a:pathLst>
                <a:path w="1327150" h="1534795">
                  <a:moveTo>
                    <a:pt x="853452" y="379933"/>
                  </a:moveTo>
                  <a:lnTo>
                    <a:pt x="850214" y="379412"/>
                  </a:lnTo>
                  <a:lnTo>
                    <a:pt x="849909" y="379412"/>
                  </a:lnTo>
                  <a:lnTo>
                    <a:pt x="853452" y="379933"/>
                  </a:lnTo>
                  <a:close/>
                </a:path>
                <a:path w="1327150" h="1534795">
                  <a:moveTo>
                    <a:pt x="966241" y="395185"/>
                  </a:moveTo>
                  <a:lnTo>
                    <a:pt x="961631" y="394690"/>
                  </a:lnTo>
                  <a:lnTo>
                    <a:pt x="966101" y="395185"/>
                  </a:lnTo>
                  <a:lnTo>
                    <a:pt x="966241" y="395185"/>
                  </a:lnTo>
                  <a:close/>
                </a:path>
                <a:path w="1327150" h="1534795">
                  <a:moveTo>
                    <a:pt x="1327023" y="435483"/>
                  </a:moveTo>
                  <a:lnTo>
                    <a:pt x="1286433" y="414210"/>
                  </a:lnTo>
                  <a:lnTo>
                    <a:pt x="1213866" y="376174"/>
                  </a:lnTo>
                  <a:lnTo>
                    <a:pt x="1213650" y="386651"/>
                  </a:lnTo>
                  <a:lnTo>
                    <a:pt x="1210056" y="385064"/>
                  </a:lnTo>
                  <a:lnTo>
                    <a:pt x="1211465" y="414159"/>
                  </a:lnTo>
                  <a:lnTo>
                    <a:pt x="1205915" y="414045"/>
                  </a:lnTo>
                  <a:lnTo>
                    <a:pt x="1146035" y="411048"/>
                  </a:lnTo>
                  <a:lnTo>
                    <a:pt x="1086218" y="406908"/>
                  </a:lnTo>
                  <a:lnTo>
                    <a:pt x="1085913" y="406908"/>
                  </a:lnTo>
                  <a:lnTo>
                    <a:pt x="1025575" y="401535"/>
                  </a:lnTo>
                  <a:lnTo>
                    <a:pt x="1020419" y="401091"/>
                  </a:lnTo>
                  <a:lnTo>
                    <a:pt x="966101" y="395185"/>
                  </a:lnTo>
                  <a:lnTo>
                    <a:pt x="961580" y="394690"/>
                  </a:lnTo>
                  <a:lnTo>
                    <a:pt x="965441" y="395185"/>
                  </a:lnTo>
                  <a:lnTo>
                    <a:pt x="907542" y="387807"/>
                  </a:lnTo>
                  <a:lnTo>
                    <a:pt x="903681" y="387324"/>
                  </a:lnTo>
                  <a:lnTo>
                    <a:pt x="849871" y="379412"/>
                  </a:lnTo>
                  <a:lnTo>
                    <a:pt x="796290" y="370649"/>
                  </a:lnTo>
                  <a:lnTo>
                    <a:pt x="795705" y="370547"/>
                  </a:lnTo>
                  <a:lnTo>
                    <a:pt x="793559" y="370141"/>
                  </a:lnTo>
                  <a:lnTo>
                    <a:pt x="793267" y="370141"/>
                  </a:lnTo>
                  <a:lnTo>
                    <a:pt x="737743" y="359867"/>
                  </a:lnTo>
                  <a:lnTo>
                    <a:pt x="734923" y="359346"/>
                  </a:lnTo>
                  <a:lnTo>
                    <a:pt x="737463" y="359867"/>
                  </a:lnTo>
                  <a:lnTo>
                    <a:pt x="683387" y="348830"/>
                  </a:lnTo>
                  <a:lnTo>
                    <a:pt x="681431" y="348424"/>
                  </a:lnTo>
                  <a:lnTo>
                    <a:pt x="683171" y="348830"/>
                  </a:lnTo>
                  <a:lnTo>
                    <a:pt x="630301" y="336740"/>
                  </a:lnTo>
                  <a:lnTo>
                    <a:pt x="626554" y="335902"/>
                  </a:lnTo>
                  <a:lnTo>
                    <a:pt x="626325" y="335838"/>
                  </a:lnTo>
                  <a:lnTo>
                    <a:pt x="583120" y="325247"/>
                  </a:lnTo>
                  <a:lnTo>
                    <a:pt x="582904" y="325196"/>
                  </a:lnTo>
                  <a:lnTo>
                    <a:pt x="579183" y="324192"/>
                  </a:lnTo>
                  <a:lnTo>
                    <a:pt x="578866" y="324192"/>
                  </a:lnTo>
                  <a:lnTo>
                    <a:pt x="581253" y="324789"/>
                  </a:lnTo>
                  <a:lnTo>
                    <a:pt x="578840" y="324192"/>
                  </a:lnTo>
                  <a:lnTo>
                    <a:pt x="527900" y="310502"/>
                  </a:lnTo>
                  <a:lnTo>
                    <a:pt x="481545" y="296862"/>
                  </a:lnTo>
                  <a:lnTo>
                    <a:pt x="434098" y="281813"/>
                  </a:lnTo>
                  <a:lnTo>
                    <a:pt x="389483" y="266369"/>
                  </a:lnTo>
                  <a:lnTo>
                    <a:pt x="391172" y="266954"/>
                  </a:lnTo>
                  <a:lnTo>
                    <a:pt x="389623" y="266369"/>
                  </a:lnTo>
                  <a:lnTo>
                    <a:pt x="389293" y="266280"/>
                  </a:lnTo>
                  <a:lnTo>
                    <a:pt x="349275" y="251206"/>
                  </a:lnTo>
                  <a:lnTo>
                    <a:pt x="349135" y="251155"/>
                  </a:lnTo>
                  <a:lnTo>
                    <a:pt x="346837" y="250228"/>
                  </a:lnTo>
                  <a:lnTo>
                    <a:pt x="305257" y="233172"/>
                  </a:lnTo>
                  <a:lnTo>
                    <a:pt x="268719" y="216789"/>
                  </a:lnTo>
                  <a:lnTo>
                    <a:pt x="230974" y="198247"/>
                  </a:lnTo>
                  <a:lnTo>
                    <a:pt x="218655" y="191770"/>
                  </a:lnTo>
                  <a:lnTo>
                    <a:pt x="216052" y="190309"/>
                  </a:lnTo>
                  <a:lnTo>
                    <a:pt x="200304" y="181584"/>
                  </a:lnTo>
                  <a:lnTo>
                    <a:pt x="199872" y="181381"/>
                  </a:lnTo>
                  <a:lnTo>
                    <a:pt x="183527" y="171767"/>
                  </a:lnTo>
                  <a:lnTo>
                    <a:pt x="171284" y="164312"/>
                  </a:lnTo>
                  <a:lnTo>
                    <a:pt x="156159" y="154343"/>
                  </a:lnTo>
                  <a:lnTo>
                    <a:pt x="152247" y="151803"/>
                  </a:lnTo>
                  <a:lnTo>
                    <a:pt x="151752" y="151472"/>
                  </a:lnTo>
                  <a:lnTo>
                    <a:pt x="145161" y="146900"/>
                  </a:lnTo>
                  <a:lnTo>
                    <a:pt x="143522" y="145796"/>
                  </a:lnTo>
                  <a:lnTo>
                    <a:pt x="142824" y="145237"/>
                  </a:lnTo>
                  <a:lnTo>
                    <a:pt x="142316" y="144881"/>
                  </a:lnTo>
                  <a:lnTo>
                    <a:pt x="132664" y="137858"/>
                  </a:lnTo>
                  <a:lnTo>
                    <a:pt x="132257" y="137541"/>
                  </a:lnTo>
                  <a:lnTo>
                    <a:pt x="130263" y="135966"/>
                  </a:lnTo>
                  <a:lnTo>
                    <a:pt x="129959" y="135801"/>
                  </a:lnTo>
                  <a:lnTo>
                    <a:pt x="116598" y="125272"/>
                  </a:lnTo>
                  <a:lnTo>
                    <a:pt x="107289" y="117386"/>
                  </a:lnTo>
                  <a:lnTo>
                    <a:pt x="106845" y="116928"/>
                  </a:lnTo>
                  <a:lnTo>
                    <a:pt x="96507" y="107581"/>
                  </a:lnTo>
                  <a:lnTo>
                    <a:pt x="87122" y="98298"/>
                  </a:lnTo>
                  <a:lnTo>
                    <a:pt x="78359" y="88912"/>
                  </a:lnTo>
                  <a:lnTo>
                    <a:pt x="70485" y="79629"/>
                  </a:lnTo>
                  <a:lnTo>
                    <a:pt x="64173" y="71247"/>
                  </a:lnTo>
                  <a:lnTo>
                    <a:pt x="63855" y="70866"/>
                  </a:lnTo>
                  <a:lnTo>
                    <a:pt x="63500" y="70358"/>
                  </a:lnTo>
                  <a:lnTo>
                    <a:pt x="58127" y="62306"/>
                  </a:lnTo>
                  <a:lnTo>
                    <a:pt x="57378" y="61226"/>
                  </a:lnTo>
                  <a:lnTo>
                    <a:pt x="51904" y="51714"/>
                  </a:lnTo>
                  <a:lnTo>
                    <a:pt x="47815" y="43357"/>
                  </a:lnTo>
                  <a:lnTo>
                    <a:pt x="44196" y="34417"/>
                  </a:lnTo>
                  <a:lnTo>
                    <a:pt x="41998" y="27178"/>
                  </a:lnTo>
                  <a:lnTo>
                    <a:pt x="41592" y="25946"/>
                  </a:lnTo>
                  <a:lnTo>
                    <a:pt x="41338" y="24765"/>
                  </a:lnTo>
                  <a:lnTo>
                    <a:pt x="39903" y="18669"/>
                  </a:lnTo>
                  <a:lnTo>
                    <a:pt x="39776" y="18262"/>
                  </a:lnTo>
                  <a:lnTo>
                    <a:pt x="39497" y="16891"/>
                  </a:lnTo>
                  <a:lnTo>
                    <a:pt x="39001" y="12827"/>
                  </a:lnTo>
                  <a:lnTo>
                    <a:pt x="38608" y="10160"/>
                  </a:lnTo>
                  <a:lnTo>
                    <a:pt x="38519" y="8382"/>
                  </a:lnTo>
                  <a:lnTo>
                    <a:pt x="38188" y="1778"/>
                  </a:lnTo>
                  <a:lnTo>
                    <a:pt x="38100" y="0"/>
                  </a:lnTo>
                  <a:lnTo>
                    <a:pt x="0" y="1778"/>
                  </a:lnTo>
                  <a:lnTo>
                    <a:pt x="292" y="8382"/>
                  </a:lnTo>
                  <a:lnTo>
                    <a:pt x="381" y="10160"/>
                  </a:lnTo>
                  <a:lnTo>
                    <a:pt x="508" y="12827"/>
                  </a:lnTo>
                  <a:lnTo>
                    <a:pt x="13335" y="59563"/>
                  </a:lnTo>
                  <a:lnTo>
                    <a:pt x="32893" y="93091"/>
                  </a:lnTo>
                  <a:lnTo>
                    <a:pt x="60071" y="125095"/>
                  </a:lnTo>
                  <a:lnTo>
                    <a:pt x="94107" y="156083"/>
                  </a:lnTo>
                  <a:lnTo>
                    <a:pt x="134620" y="185928"/>
                  </a:lnTo>
                  <a:lnTo>
                    <a:pt x="181229" y="214630"/>
                  </a:lnTo>
                  <a:lnTo>
                    <a:pt x="215633" y="233172"/>
                  </a:lnTo>
                  <a:lnTo>
                    <a:pt x="252349" y="251206"/>
                  </a:lnTo>
                  <a:lnTo>
                    <a:pt x="291592" y="268732"/>
                  </a:lnTo>
                  <a:lnTo>
                    <a:pt x="332867" y="285750"/>
                  </a:lnTo>
                  <a:lnTo>
                    <a:pt x="376301" y="302133"/>
                  </a:lnTo>
                  <a:lnTo>
                    <a:pt x="421894" y="317881"/>
                  </a:lnTo>
                  <a:lnTo>
                    <a:pt x="469138" y="332994"/>
                  </a:lnTo>
                  <a:lnTo>
                    <a:pt x="518287" y="347345"/>
                  </a:lnTo>
                  <a:lnTo>
                    <a:pt x="569087" y="361061"/>
                  </a:lnTo>
                  <a:lnTo>
                    <a:pt x="621411" y="373888"/>
                  </a:lnTo>
                  <a:lnTo>
                    <a:pt x="675259" y="386080"/>
                  </a:lnTo>
                  <a:lnTo>
                    <a:pt x="730250" y="397256"/>
                  </a:lnTo>
                  <a:lnTo>
                    <a:pt x="786511" y="407670"/>
                  </a:lnTo>
                  <a:lnTo>
                    <a:pt x="843915" y="416941"/>
                  </a:lnTo>
                  <a:lnTo>
                    <a:pt x="902081" y="425577"/>
                  </a:lnTo>
                  <a:lnTo>
                    <a:pt x="961263" y="432943"/>
                  </a:lnTo>
                  <a:lnTo>
                    <a:pt x="1021080" y="439420"/>
                  </a:lnTo>
                  <a:lnTo>
                    <a:pt x="1072819" y="443992"/>
                  </a:lnTo>
                  <a:lnTo>
                    <a:pt x="1048893" y="449072"/>
                  </a:lnTo>
                  <a:lnTo>
                    <a:pt x="988187" y="464185"/>
                  </a:lnTo>
                  <a:lnTo>
                    <a:pt x="928243" y="481838"/>
                  </a:lnTo>
                  <a:lnTo>
                    <a:pt x="869061" y="502158"/>
                  </a:lnTo>
                  <a:lnTo>
                    <a:pt x="810895" y="525018"/>
                  </a:lnTo>
                  <a:lnTo>
                    <a:pt x="753618" y="550164"/>
                  </a:lnTo>
                  <a:lnTo>
                    <a:pt x="670179" y="592201"/>
                  </a:lnTo>
                  <a:lnTo>
                    <a:pt x="616077" y="622935"/>
                  </a:lnTo>
                  <a:lnTo>
                    <a:pt x="563308" y="655828"/>
                  </a:lnTo>
                  <a:lnTo>
                    <a:pt x="512445" y="690245"/>
                  </a:lnTo>
                  <a:lnTo>
                    <a:pt x="463042" y="726821"/>
                  </a:lnTo>
                  <a:lnTo>
                    <a:pt x="415671" y="765048"/>
                  </a:lnTo>
                  <a:lnTo>
                    <a:pt x="369951" y="805053"/>
                  </a:lnTo>
                  <a:lnTo>
                    <a:pt x="326390" y="846455"/>
                  </a:lnTo>
                  <a:lnTo>
                    <a:pt x="285115" y="889254"/>
                  </a:lnTo>
                  <a:lnTo>
                    <a:pt x="245999" y="933577"/>
                  </a:lnTo>
                  <a:lnTo>
                    <a:pt x="209156" y="979043"/>
                  </a:lnTo>
                  <a:lnTo>
                    <a:pt x="174993" y="1025652"/>
                  </a:lnTo>
                  <a:lnTo>
                    <a:pt x="143637" y="1073289"/>
                  </a:lnTo>
                  <a:lnTo>
                    <a:pt x="114808" y="1121918"/>
                  </a:lnTo>
                  <a:lnTo>
                    <a:pt x="89027" y="1171575"/>
                  </a:lnTo>
                  <a:lnTo>
                    <a:pt x="66167" y="1221740"/>
                  </a:lnTo>
                  <a:lnTo>
                    <a:pt x="46482" y="1272667"/>
                  </a:lnTo>
                  <a:lnTo>
                    <a:pt x="30099" y="1324356"/>
                  </a:lnTo>
                  <a:lnTo>
                    <a:pt x="17145" y="1376299"/>
                  </a:lnTo>
                  <a:lnTo>
                    <a:pt x="7747" y="1428750"/>
                  </a:lnTo>
                  <a:lnTo>
                    <a:pt x="1905" y="1481328"/>
                  </a:lnTo>
                  <a:lnTo>
                    <a:pt x="0" y="1533906"/>
                  </a:lnTo>
                  <a:lnTo>
                    <a:pt x="38100" y="1534541"/>
                  </a:lnTo>
                  <a:lnTo>
                    <a:pt x="38582" y="1509915"/>
                  </a:lnTo>
                  <a:lnTo>
                    <a:pt x="39903" y="1484515"/>
                  </a:lnTo>
                  <a:lnTo>
                    <a:pt x="40081" y="1482344"/>
                  </a:lnTo>
                  <a:lnTo>
                    <a:pt x="42024" y="1461566"/>
                  </a:lnTo>
                  <a:lnTo>
                    <a:pt x="45377" y="1434477"/>
                  </a:lnTo>
                  <a:lnTo>
                    <a:pt x="45466" y="1433830"/>
                  </a:lnTo>
                  <a:lnTo>
                    <a:pt x="45529" y="1433271"/>
                  </a:lnTo>
                  <a:lnTo>
                    <a:pt x="49415" y="1409585"/>
                  </a:lnTo>
                  <a:lnTo>
                    <a:pt x="49517" y="1408938"/>
                  </a:lnTo>
                  <a:lnTo>
                    <a:pt x="54254" y="1384566"/>
                  </a:lnTo>
                  <a:lnTo>
                    <a:pt x="66319" y="1336217"/>
                  </a:lnTo>
                  <a:lnTo>
                    <a:pt x="82296" y="1285646"/>
                  </a:lnTo>
                  <a:lnTo>
                    <a:pt x="100342" y="1238732"/>
                  </a:lnTo>
                  <a:lnTo>
                    <a:pt x="101155" y="1236840"/>
                  </a:lnTo>
                  <a:lnTo>
                    <a:pt x="101142" y="1236713"/>
                  </a:lnTo>
                  <a:lnTo>
                    <a:pt x="101422" y="1236256"/>
                  </a:lnTo>
                  <a:lnTo>
                    <a:pt x="110617" y="1215021"/>
                  </a:lnTo>
                  <a:lnTo>
                    <a:pt x="122174" y="1190510"/>
                  </a:lnTo>
                  <a:lnTo>
                    <a:pt x="147637" y="1141260"/>
                  </a:lnTo>
                  <a:lnTo>
                    <a:pt x="176174" y="1093089"/>
                  </a:lnTo>
                  <a:lnTo>
                    <a:pt x="206121" y="1047788"/>
                  </a:lnTo>
                  <a:lnTo>
                    <a:pt x="238582" y="1003287"/>
                  </a:lnTo>
                  <a:lnTo>
                    <a:pt x="273050" y="960577"/>
                  </a:lnTo>
                  <a:lnTo>
                    <a:pt x="293916" y="936294"/>
                  </a:lnTo>
                  <a:lnTo>
                    <a:pt x="312762" y="915352"/>
                  </a:lnTo>
                  <a:lnTo>
                    <a:pt x="313055" y="915047"/>
                  </a:lnTo>
                  <a:lnTo>
                    <a:pt x="312851" y="915352"/>
                  </a:lnTo>
                  <a:lnTo>
                    <a:pt x="313232" y="914971"/>
                  </a:lnTo>
                  <a:lnTo>
                    <a:pt x="315239" y="912761"/>
                  </a:lnTo>
                  <a:lnTo>
                    <a:pt x="353568" y="873125"/>
                  </a:lnTo>
                  <a:lnTo>
                    <a:pt x="395401" y="833374"/>
                  </a:lnTo>
                  <a:lnTo>
                    <a:pt x="395630" y="833132"/>
                  </a:lnTo>
                  <a:lnTo>
                    <a:pt x="440423" y="794004"/>
                  </a:lnTo>
                  <a:lnTo>
                    <a:pt x="486029" y="757301"/>
                  </a:lnTo>
                  <a:lnTo>
                    <a:pt x="533450" y="722185"/>
                  </a:lnTo>
                  <a:lnTo>
                    <a:pt x="533590" y="722007"/>
                  </a:lnTo>
                  <a:lnTo>
                    <a:pt x="534149" y="721626"/>
                  </a:lnTo>
                  <a:lnTo>
                    <a:pt x="534784" y="721118"/>
                  </a:lnTo>
                  <a:lnTo>
                    <a:pt x="584365" y="687578"/>
                  </a:lnTo>
                  <a:lnTo>
                    <a:pt x="635863" y="655408"/>
                  </a:lnTo>
                  <a:lnTo>
                    <a:pt x="687552" y="626071"/>
                  </a:lnTo>
                  <a:lnTo>
                    <a:pt x="740625" y="598665"/>
                  </a:lnTo>
                  <a:lnTo>
                    <a:pt x="742086" y="597992"/>
                  </a:lnTo>
                  <a:lnTo>
                    <a:pt x="742530" y="597750"/>
                  </a:lnTo>
                  <a:lnTo>
                    <a:pt x="741946" y="597992"/>
                  </a:lnTo>
                  <a:lnTo>
                    <a:pt x="742530" y="597750"/>
                  </a:lnTo>
                  <a:lnTo>
                    <a:pt x="769112" y="585012"/>
                  </a:lnTo>
                  <a:lnTo>
                    <a:pt x="799338" y="571398"/>
                  </a:lnTo>
                  <a:lnTo>
                    <a:pt x="826630" y="559701"/>
                  </a:lnTo>
                  <a:lnTo>
                    <a:pt x="854760" y="548436"/>
                  </a:lnTo>
                  <a:lnTo>
                    <a:pt x="877722" y="539635"/>
                  </a:lnTo>
                  <a:lnTo>
                    <a:pt x="881951" y="538124"/>
                  </a:lnTo>
                  <a:lnTo>
                    <a:pt x="939673" y="518160"/>
                  </a:lnTo>
                  <a:lnTo>
                    <a:pt x="996886" y="501307"/>
                  </a:lnTo>
                  <a:lnTo>
                    <a:pt x="1056462" y="486397"/>
                  </a:lnTo>
                  <a:lnTo>
                    <a:pt x="1056919" y="486397"/>
                  </a:lnTo>
                  <a:lnTo>
                    <a:pt x="1061796" y="485279"/>
                  </a:lnTo>
                  <a:lnTo>
                    <a:pt x="1115047" y="474687"/>
                  </a:lnTo>
                  <a:lnTo>
                    <a:pt x="1145984" y="469582"/>
                  </a:lnTo>
                  <a:lnTo>
                    <a:pt x="1146302" y="469582"/>
                  </a:lnTo>
                  <a:lnTo>
                    <a:pt x="1148524" y="469226"/>
                  </a:lnTo>
                  <a:lnTo>
                    <a:pt x="1172425" y="465912"/>
                  </a:lnTo>
                  <a:lnTo>
                    <a:pt x="1176235" y="465467"/>
                  </a:lnTo>
                  <a:lnTo>
                    <a:pt x="1205242" y="462026"/>
                  </a:lnTo>
                  <a:lnTo>
                    <a:pt x="1202588" y="462026"/>
                  </a:lnTo>
                  <a:lnTo>
                    <a:pt x="1212151" y="461581"/>
                  </a:lnTo>
                  <a:lnTo>
                    <a:pt x="1211580" y="490474"/>
                  </a:lnTo>
                  <a:lnTo>
                    <a:pt x="1215123" y="488784"/>
                  </a:lnTo>
                  <a:lnTo>
                    <a:pt x="1215644" y="499237"/>
                  </a:lnTo>
                  <a:lnTo>
                    <a:pt x="1327023" y="436626"/>
                  </a:lnTo>
                  <a:lnTo>
                    <a:pt x="1325765" y="436079"/>
                  </a:lnTo>
                  <a:lnTo>
                    <a:pt x="1327023" y="435483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53028" y="1906523"/>
              <a:ext cx="76200" cy="311785"/>
            </a:xfrm>
            <a:custGeom>
              <a:avLst/>
              <a:gdLst/>
              <a:ahLst/>
              <a:cxnLst/>
              <a:rect l="l" t="t" r="r" b="b"/>
              <a:pathLst>
                <a:path w="76200" h="311785">
                  <a:moveTo>
                    <a:pt x="31750" y="235585"/>
                  </a:moveTo>
                  <a:lnTo>
                    <a:pt x="0" y="235585"/>
                  </a:lnTo>
                  <a:lnTo>
                    <a:pt x="38100" y="311785"/>
                  </a:lnTo>
                  <a:lnTo>
                    <a:pt x="69850" y="248285"/>
                  </a:lnTo>
                  <a:lnTo>
                    <a:pt x="31750" y="248285"/>
                  </a:lnTo>
                  <a:lnTo>
                    <a:pt x="31750" y="235585"/>
                  </a:lnTo>
                  <a:close/>
                </a:path>
                <a:path w="76200" h="311785">
                  <a:moveTo>
                    <a:pt x="44450" y="0"/>
                  </a:moveTo>
                  <a:lnTo>
                    <a:pt x="31750" y="0"/>
                  </a:lnTo>
                  <a:lnTo>
                    <a:pt x="31750" y="248285"/>
                  </a:lnTo>
                  <a:lnTo>
                    <a:pt x="44450" y="248285"/>
                  </a:lnTo>
                  <a:lnTo>
                    <a:pt x="44450" y="0"/>
                  </a:lnTo>
                  <a:close/>
                </a:path>
                <a:path w="76200" h="311785">
                  <a:moveTo>
                    <a:pt x="76200" y="235585"/>
                  </a:moveTo>
                  <a:lnTo>
                    <a:pt x="44450" y="235585"/>
                  </a:lnTo>
                  <a:lnTo>
                    <a:pt x="44450" y="248285"/>
                  </a:lnTo>
                  <a:lnTo>
                    <a:pt x="69850" y="248285"/>
                  </a:lnTo>
                  <a:lnTo>
                    <a:pt x="76200" y="235585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1212" y="2234183"/>
              <a:ext cx="225551" cy="225551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297411" y="1932432"/>
            <a:ext cx="827531" cy="827532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432" y="1932432"/>
            <a:ext cx="827532" cy="827532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3173095" y="1694179"/>
            <a:ext cx="11245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0" dirty="0">
                <a:latin typeface="Tahoma"/>
                <a:cs typeface="Tahoma"/>
              </a:rPr>
              <a:t>Add</a:t>
            </a:r>
            <a:r>
              <a:rPr sz="1000" dirty="0">
                <a:latin typeface="Tahoma"/>
                <a:cs typeface="Tahoma"/>
              </a:rPr>
              <a:t> noise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 </a:t>
            </a:r>
            <a:r>
              <a:rPr sz="1000" spc="-10" dirty="0">
                <a:latin typeface="Tahoma"/>
                <a:cs typeface="Tahoma"/>
              </a:rPr>
              <a:t>latent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1" name="Date Placeholder 40">
            <a:extLst>
              <a:ext uri="{FF2B5EF4-FFF2-40B4-BE49-F238E27FC236}">
                <a16:creationId xmlns:a16="http://schemas.microsoft.com/office/drawing/2014/main" id="{A31289E4-B1E0-2D4A-DAB2-8492D8FEA7B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BF2D38D-D502-4A20-ACFF-B4FC1A4AB3D1}" type="datetime1">
              <a:rPr lang="en-IN" smtClean="0"/>
              <a:t>17-10-2025</a:t>
            </a:fld>
            <a:endParaRPr lang="en-US"/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EF983313-0257-52E5-81C1-08BD21FDC22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9255BAF5-4C51-A19C-C0DF-A402E2D76D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108" y="2923032"/>
            <a:ext cx="370840" cy="1104900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Architecture</a:t>
            </a:r>
            <a:r>
              <a:rPr spc="-70" dirty="0"/>
              <a:t> </a:t>
            </a:r>
            <a:r>
              <a:rPr spc="-275" dirty="0"/>
              <a:t>(In-</a:t>
            </a:r>
            <a:r>
              <a:rPr spc="-285" dirty="0"/>
              <a:t>Painting):</a:t>
            </a:r>
            <a:r>
              <a:rPr spc="-30" dirty="0"/>
              <a:t> </a:t>
            </a:r>
            <a:r>
              <a:rPr spc="-400" dirty="0"/>
              <a:t>how</a:t>
            </a:r>
            <a:r>
              <a:rPr spc="-35" dirty="0"/>
              <a:t> </a:t>
            </a:r>
            <a:r>
              <a:rPr dirty="0"/>
              <a:t>to</a:t>
            </a:r>
            <a:r>
              <a:rPr spc="-305" dirty="0"/>
              <a:t> </a:t>
            </a:r>
            <a:r>
              <a:rPr spc="-45" dirty="0"/>
              <a:t>fool</a:t>
            </a:r>
            <a:r>
              <a:rPr spc="-135" dirty="0"/>
              <a:t> </a:t>
            </a:r>
            <a:r>
              <a:rPr spc="-345" dirty="0"/>
              <a:t>models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06397" y="2916682"/>
            <a:ext cx="1176020" cy="1117600"/>
            <a:chOff x="1406397" y="2916682"/>
            <a:chExt cx="1176020" cy="1117600"/>
          </a:xfrm>
        </p:grpSpPr>
        <p:sp>
          <p:nvSpPr>
            <p:cNvPr id="5" name="object 5"/>
            <p:cNvSpPr/>
            <p:nvPr/>
          </p:nvSpPr>
          <p:spPr>
            <a:xfrm>
              <a:off x="1412747" y="2923032"/>
              <a:ext cx="1163320" cy="1104900"/>
            </a:xfrm>
            <a:custGeom>
              <a:avLst/>
              <a:gdLst/>
              <a:ahLst/>
              <a:cxnLst/>
              <a:rect l="l" t="t" r="r" b="b"/>
              <a:pathLst>
                <a:path w="1163320" h="1104900">
                  <a:moveTo>
                    <a:pt x="0" y="0"/>
                  </a:moveTo>
                  <a:lnTo>
                    <a:pt x="0" y="1104899"/>
                  </a:lnTo>
                  <a:lnTo>
                    <a:pt x="1162812" y="828674"/>
                  </a:lnTo>
                  <a:lnTo>
                    <a:pt x="1162812" y="276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12747" y="2923032"/>
              <a:ext cx="1163320" cy="1104900"/>
            </a:xfrm>
            <a:custGeom>
              <a:avLst/>
              <a:gdLst/>
              <a:ahLst/>
              <a:cxnLst/>
              <a:rect l="l" t="t" r="r" b="b"/>
              <a:pathLst>
                <a:path w="1163320" h="1104900">
                  <a:moveTo>
                    <a:pt x="0" y="0"/>
                  </a:moveTo>
                  <a:lnTo>
                    <a:pt x="1162812" y="276225"/>
                  </a:lnTo>
                  <a:lnTo>
                    <a:pt x="1162812" y="828674"/>
                  </a:lnTo>
                  <a:lnTo>
                    <a:pt x="0" y="11048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E54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41144" y="3347465"/>
            <a:ext cx="7131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Encoder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7772" y="3320796"/>
            <a:ext cx="759460" cy="309880"/>
          </a:xfrm>
          <a:prstGeom prst="rect">
            <a:avLst/>
          </a:prstGeom>
          <a:solidFill>
            <a:srgbClr val="C096F8"/>
          </a:solidFill>
          <a:ln w="12700">
            <a:solidFill>
              <a:srgbClr val="8B6DB6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9029" y="4177135"/>
            <a:ext cx="3783932" cy="25156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7639" y="5303520"/>
            <a:ext cx="1004569" cy="260985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320"/>
              </a:spcBef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Text</a:t>
            </a:r>
            <a:r>
              <a:rPr sz="11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Prompt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1346" y="4875021"/>
            <a:ext cx="1176020" cy="1117600"/>
            <a:chOff x="1371346" y="4875021"/>
            <a:chExt cx="1176020" cy="1117600"/>
          </a:xfrm>
        </p:grpSpPr>
        <p:sp>
          <p:nvSpPr>
            <p:cNvPr id="12" name="object 12"/>
            <p:cNvSpPr/>
            <p:nvPr/>
          </p:nvSpPr>
          <p:spPr>
            <a:xfrm>
              <a:off x="1377696" y="4881371"/>
              <a:ext cx="1163320" cy="1104900"/>
            </a:xfrm>
            <a:custGeom>
              <a:avLst/>
              <a:gdLst/>
              <a:ahLst/>
              <a:cxnLst/>
              <a:rect l="l" t="t" r="r" b="b"/>
              <a:pathLst>
                <a:path w="1163320" h="1104900">
                  <a:moveTo>
                    <a:pt x="0" y="0"/>
                  </a:moveTo>
                  <a:lnTo>
                    <a:pt x="0" y="1104899"/>
                  </a:lnTo>
                  <a:lnTo>
                    <a:pt x="1162811" y="828674"/>
                  </a:lnTo>
                  <a:lnTo>
                    <a:pt x="1162811" y="276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77696" y="4881371"/>
              <a:ext cx="1163320" cy="1104900"/>
            </a:xfrm>
            <a:custGeom>
              <a:avLst/>
              <a:gdLst/>
              <a:ahLst/>
              <a:cxnLst/>
              <a:rect l="l" t="t" r="r" b="b"/>
              <a:pathLst>
                <a:path w="1163320" h="1104900">
                  <a:moveTo>
                    <a:pt x="0" y="0"/>
                  </a:moveTo>
                  <a:lnTo>
                    <a:pt x="1162811" y="276225"/>
                  </a:lnTo>
                  <a:lnTo>
                    <a:pt x="1162811" y="828674"/>
                  </a:lnTo>
                  <a:lnTo>
                    <a:pt x="0" y="11048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E54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06474" y="5200015"/>
            <a:ext cx="7131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CLIP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Encoder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7772" y="5161788"/>
            <a:ext cx="759460" cy="544195"/>
          </a:xfrm>
          <a:prstGeom prst="rect">
            <a:avLst/>
          </a:prstGeom>
          <a:ln w="12700">
            <a:solidFill>
              <a:srgbClr val="C096F8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</a:pPr>
            <a:endParaRPr sz="700">
              <a:latin typeface="Times New Roman"/>
              <a:cs typeface="Times New Roman"/>
            </a:endParaRPr>
          </a:p>
          <a:p>
            <a:pPr marL="119380" marR="112395" indent="109220">
              <a:lnSpc>
                <a:spcPct val="100000"/>
              </a:lnSpc>
            </a:pPr>
            <a:r>
              <a:rPr sz="700" spc="-10" dirty="0">
                <a:latin typeface="Tahoma"/>
                <a:cs typeface="Tahoma"/>
              </a:rPr>
              <a:t>Prompt Embeddings</a:t>
            </a:r>
            <a:endParaRPr sz="7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3608" y="2868548"/>
            <a:ext cx="3820667" cy="1324609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234439" y="3436620"/>
            <a:ext cx="1513205" cy="76200"/>
            <a:chOff x="1234439" y="3436620"/>
            <a:chExt cx="1513205" cy="7620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4439" y="3436620"/>
              <a:ext cx="177800" cy="76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5559" y="3436620"/>
              <a:ext cx="171957" cy="7620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171955" y="5396484"/>
            <a:ext cx="1575435" cy="76200"/>
            <a:chOff x="1171955" y="5396484"/>
            <a:chExt cx="1575435" cy="7620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1955" y="5396484"/>
              <a:ext cx="206756" cy="76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40508" y="5396484"/>
              <a:ext cx="206756" cy="762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560314" y="3812794"/>
            <a:ext cx="5448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8115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Tahoma"/>
                <a:cs typeface="Tahoma"/>
              </a:rPr>
              <a:t>Time </a:t>
            </a:r>
            <a:r>
              <a:rPr sz="700" spc="-10" dirty="0">
                <a:latin typeface="Tahoma"/>
                <a:cs typeface="Tahoma"/>
              </a:rPr>
              <a:t>Embeddings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07533" y="2857626"/>
            <a:ext cx="894715" cy="553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ahoma"/>
                <a:cs typeface="Tahoma"/>
              </a:rPr>
              <a:t>Scheduler</a:t>
            </a:r>
            <a:endParaRPr sz="1400">
              <a:latin typeface="Tahoma"/>
              <a:cs typeface="Tahoma"/>
            </a:endParaRPr>
          </a:p>
          <a:p>
            <a:pPr marR="22860" algn="ctr">
              <a:lnSpc>
                <a:spcPct val="100000"/>
              </a:lnSpc>
              <a:spcBef>
                <a:spcPts val="1145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837164" y="2923032"/>
            <a:ext cx="370840" cy="1104900"/>
          </a:xfrm>
          <a:prstGeom prst="rect">
            <a:avLst/>
          </a:prstGeom>
          <a:solidFill>
            <a:srgbClr val="5B525F"/>
          </a:solidFill>
          <a:ln w="12700">
            <a:solidFill>
              <a:srgbClr val="4139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400">
              <a:latin typeface="Times New Roman"/>
              <a:cs typeface="Times New Roman"/>
            </a:endParaRPr>
          </a:p>
          <a:p>
            <a:pPr marL="107314">
              <a:lnSpc>
                <a:spcPct val="100000"/>
              </a:lnSpc>
            </a:pP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X’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402826" y="2916682"/>
            <a:ext cx="1176020" cy="1117600"/>
            <a:chOff x="9402826" y="2916682"/>
            <a:chExt cx="1176020" cy="1117600"/>
          </a:xfrm>
        </p:grpSpPr>
        <p:sp>
          <p:nvSpPr>
            <p:cNvPr id="27" name="object 27"/>
            <p:cNvSpPr/>
            <p:nvPr/>
          </p:nvSpPr>
          <p:spPr>
            <a:xfrm>
              <a:off x="9409176" y="2923032"/>
              <a:ext cx="1163320" cy="1104900"/>
            </a:xfrm>
            <a:custGeom>
              <a:avLst/>
              <a:gdLst/>
              <a:ahLst/>
              <a:cxnLst/>
              <a:rect l="l" t="t" r="r" b="b"/>
              <a:pathLst>
                <a:path w="1163320" h="1104900">
                  <a:moveTo>
                    <a:pt x="1162812" y="0"/>
                  </a:moveTo>
                  <a:lnTo>
                    <a:pt x="0" y="276225"/>
                  </a:lnTo>
                  <a:lnTo>
                    <a:pt x="0" y="828674"/>
                  </a:lnTo>
                  <a:lnTo>
                    <a:pt x="1162812" y="1104899"/>
                  </a:lnTo>
                  <a:lnTo>
                    <a:pt x="1162812" y="0"/>
                  </a:lnTo>
                  <a:close/>
                </a:path>
              </a:pathLst>
            </a:custGeom>
            <a:solidFill>
              <a:srgbClr val="4E91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409176" y="2923032"/>
              <a:ext cx="1163320" cy="1104900"/>
            </a:xfrm>
            <a:custGeom>
              <a:avLst/>
              <a:gdLst/>
              <a:ahLst/>
              <a:cxnLst/>
              <a:rect l="l" t="t" r="r" b="b"/>
              <a:pathLst>
                <a:path w="1163320" h="1104900">
                  <a:moveTo>
                    <a:pt x="1162812" y="1104899"/>
                  </a:moveTo>
                  <a:lnTo>
                    <a:pt x="0" y="828674"/>
                  </a:lnTo>
                  <a:lnTo>
                    <a:pt x="0" y="276225"/>
                  </a:lnTo>
                  <a:lnTo>
                    <a:pt x="1162812" y="0"/>
                  </a:lnTo>
                  <a:lnTo>
                    <a:pt x="1162812" y="1104899"/>
                  </a:lnTo>
                  <a:close/>
                </a:path>
              </a:pathLst>
            </a:custGeom>
            <a:ln w="12700">
              <a:solidFill>
                <a:srgbClr val="3769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717785" y="3347465"/>
            <a:ext cx="7416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5" dirty="0">
                <a:solidFill>
                  <a:srgbClr val="FFFFFF"/>
                </a:solidFill>
                <a:latin typeface="Tahoma"/>
                <a:cs typeface="Tahoma"/>
              </a:rPr>
              <a:t>Decoder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571988" y="3436620"/>
            <a:ext cx="264795" cy="76200"/>
          </a:xfrm>
          <a:custGeom>
            <a:avLst/>
            <a:gdLst/>
            <a:ahLst/>
            <a:cxnLst/>
            <a:rect l="l" t="t" r="r" b="b"/>
            <a:pathLst>
              <a:path w="264795" h="76200">
                <a:moveTo>
                  <a:pt x="188086" y="0"/>
                </a:moveTo>
                <a:lnTo>
                  <a:pt x="188086" y="76200"/>
                </a:lnTo>
                <a:lnTo>
                  <a:pt x="251586" y="44450"/>
                </a:lnTo>
                <a:lnTo>
                  <a:pt x="200786" y="44450"/>
                </a:lnTo>
                <a:lnTo>
                  <a:pt x="200786" y="31750"/>
                </a:lnTo>
                <a:lnTo>
                  <a:pt x="251586" y="31750"/>
                </a:lnTo>
                <a:lnTo>
                  <a:pt x="188086" y="0"/>
                </a:lnTo>
                <a:close/>
              </a:path>
              <a:path w="264795" h="76200">
                <a:moveTo>
                  <a:pt x="18808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88086" y="44450"/>
                </a:lnTo>
                <a:lnTo>
                  <a:pt x="188086" y="31750"/>
                </a:lnTo>
                <a:close/>
              </a:path>
              <a:path w="264795" h="76200">
                <a:moveTo>
                  <a:pt x="251586" y="31750"/>
                </a:moveTo>
                <a:lnTo>
                  <a:pt x="200786" y="31750"/>
                </a:lnTo>
                <a:lnTo>
                  <a:pt x="200786" y="44450"/>
                </a:lnTo>
                <a:lnTo>
                  <a:pt x="251586" y="44450"/>
                </a:lnTo>
                <a:lnTo>
                  <a:pt x="264286" y="38100"/>
                </a:lnTo>
                <a:lnTo>
                  <a:pt x="251586" y="3175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444483" y="3332988"/>
            <a:ext cx="759460" cy="311150"/>
          </a:xfrm>
          <a:prstGeom prst="rect">
            <a:avLst/>
          </a:prstGeom>
          <a:solidFill>
            <a:srgbClr val="C096F8"/>
          </a:solidFill>
          <a:ln w="12700">
            <a:solidFill>
              <a:srgbClr val="8B6DB6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2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Z’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0134" y="5020436"/>
            <a:ext cx="859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Verdana"/>
                <a:cs typeface="Verdana"/>
              </a:rPr>
              <a:t>A</a:t>
            </a:r>
            <a:r>
              <a:rPr sz="1000" i="1" spc="-90" dirty="0">
                <a:latin typeface="Verdana"/>
                <a:cs typeface="Verdana"/>
              </a:rPr>
              <a:t> </a:t>
            </a:r>
            <a:r>
              <a:rPr sz="1000" i="1" spc="-25" dirty="0">
                <a:latin typeface="Verdana"/>
                <a:cs typeface="Verdana"/>
              </a:rPr>
              <a:t>dog</a:t>
            </a:r>
            <a:r>
              <a:rPr sz="1000" i="1" spc="-75" dirty="0">
                <a:latin typeface="Verdana"/>
                <a:cs typeface="Verdana"/>
              </a:rPr>
              <a:t> </a:t>
            </a:r>
            <a:r>
              <a:rPr sz="1000" i="1" spc="-45" dirty="0">
                <a:latin typeface="Verdana"/>
                <a:cs typeface="Verdana"/>
              </a:rPr>
              <a:t>running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108960" y="1264919"/>
            <a:ext cx="3168650" cy="3898265"/>
            <a:chOff x="3108960" y="1264919"/>
            <a:chExt cx="3168650" cy="3898265"/>
          </a:xfrm>
        </p:grpSpPr>
        <p:sp>
          <p:nvSpPr>
            <p:cNvPr id="34" name="object 34"/>
            <p:cNvSpPr/>
            <p:nvPr/>
          </p:nvSpPr>
          <p:spPr>
            <a:xfrm>
              <a:off x="3108960" y="3630040"/>
              <a:ext cx="1327150" cy="1533525"/>
            </a:xfrm>
            <a:custGeom>
              <a:avLst/>
              <a:gdLst/>
              <a:ahLst/>
              <a:cxnLst/>
              <a:rect l="l" t="t" r="r" b="b"/>
              <a:pathLst>
                <a:path w="1327150" h="1533525">
                  <a:moveTo>
                    <a:pt x="853452" y="379933"/>
                  </a:moveTo>
                  <a:lnTo>
                    <a:pt x="850214" y="379412"/>
                  </a:lnTo>
                  <a:lnTo>
                    <a:pt x="849909" y="379412"/>
                  </a:lnTo>
                  <a:lnTo>
                    <a:pt x="853452" y="379933"/>
                  </a:lnTo>
                  <a:close/>
                </a:path>
                <a:path w="1327150" h="1533525">
                  <a:moveTo>
                    <a:pt x="966241" y="395185"/>
                  </a:moveTo>
                  <a:lnTo>
                    <a:pt x="961631" y="394690"/>
                  </a:lnTo>
                  <a:lnTo>
                    <a:pt x="966101" y="395185"/>
                  </a:lnTo>
                  <a:lnTo>
                    <a:pt x="966241" y="395185"/>
                  </a:lnTo>
                  <a:close/>
                </a:path>
                <a:path w="1327150" h="1533525">
                  <a:moveTo>
                    <a:pt x="1327023" y="435102"/>
                  </a:moveTo>
                  <a:lnTo>
                    <a:pt x="1322451" y="433095"/>
                  </a:lnTo>
                  <a:lnTo>
                    <a:pt x="1286433" y="414210"/>
                  </a:lnTo>
                  <a:lnTo>
                    <a:pt x="1213866" y="376174"/>
                  </a:lnTo>
                  <a:lnTo>
                    <a:pt x="1213675" y="385140"/>
                  </a:lnTo>
                  <a:lnTo>
                    <a:pt x="1210056" y="383540"/>
                  </a:lnTo>
                  <a:lnTo>
                    <a:pt x="1211541" y="414172"/>
                  </a:lnTo>
                  <a:lnTo>
                    <a:pt x="1205915" y="414045"/>
                  </a:lnTo>
                  <a:lnTo>
                    <a:pt x="1146035" y="411048"/>
                  </a:lnTo>
                  <a:lnTo>
                    <a:pt x="1086218" y="406908"/>
                  </a:lnTo>
                  <a:lnTo>
                    <a:pt x="1085913" y="406908"/>
                  </a:lnTo>
                  <a:lnTo>
                    <a:pt x="1025575" y="401535"/>
                  </a:lnTo>
                  <a:lnTo>
                    <a:pt x="1020419" y="401091"/>
                  </a:lnTo>
                  <a:lnTo>
                    <a:pt x="966101" y="395185"/>
                  </a:lnTo>
                  <a:lnTo>
                    <a:pt x="961580" y="394690"/>
                  </a:lnTo>
                  <a:lnTo>
                    <a:pt x="965441" y="395185"/>
                  </a:lnTo>
                  <a:lnTo>
                    <a:pt x="907542" y="387807"/>
                  </a:lnTo>
                  <a:lnTo>
                    <a:pt x="903681" y="387324"/>
                  </a:lnTo>
                  <a:lnTo>
                    <a:pt x="849871" y="379412"/>
                  </a:lnTo>
                  <a:lnTo>
                    <a:pt x="796290" y="370649"/>
                  </a:lnTo>
                  <a:lnTo>
                    <a:pt x="795705" y="370547"/>
                  </a:lnTo>
                  <a:lnTo>
                    <a:pt x="793559" y="370141"/>
                  </a:lnTo>
                  <a:lnTo>
                    <a:pt x="793267" y="370141"/>
                  </a:lnTo>
                  <a:lnTo>
                    <a:pt x="737743" y="359867"/>
                  </a:lnTo>
                  <a:lnTo>
                    <a:pt x="734923" y="359346"/>
                  </a:lnTo>
                  <a:lnTo>
                    <a:pt x="737463" y="359867"/>
                  </a:lnTo>
                  <a:lnTo>
                    <a:pt x="683387" y="348830"/>
                  </a:lnTo>
                  <a:lnTo>
                    <a:pt x="681431" y="348424"/>
                  </a:lnTo>
                  <a:lnTo>
                    <a:pt x="683171" y="348830"/>
                  </a:lnTo>
                  <a:lnTo>
                    <a:pt x="630301" y="336740"/>
                  </a:lnTo>
                  <a:lnTo>
                    <a:pt x="626554" y="335902"/>
                  </a:lnTo>
                  <a:lnTo>
                    <a:pt x="626325" y="335838"/>
                  </a:lnTo>
                  <a:lnTo>
                    <a:pt x="583120" y="325247"/>
                  </a:lnTo>
                  <a:lnTo>
                    <a:pt x="582904" y="325196"/>
                  </a:lnTo>
                  <a:lnTo>
                    <a:pt x="579183" y="324192"/>
                  </a:lnTo>
                  <a:lnTo>
                    <a:pt x="578866" y="324192"/>
                  </a:lnTo>
                  <a:lnTo>
                    <a:pt x="581253" y="324789"/>
                  </a:lnTo>
                  <a:lnTo>
                    <a:pt x="578840" y="324192"/>
                  </a:lnTo>
                  <a:lnTo>
                    <a:pt x="527900" y="310502"/>
                  </a:lnTo>
                  <a:lnTo>
                    <a:pt x="481545" y="296862"/>
                  </a:lnTo>
                  <a:lnTo>
                    <a:pt x="434098" y="281813"/>
                  </a:lnTo>
                  <a:lnTo>
                    <a:pt x="389483" y="266369"/>
                  </a:lnTo>
                  <a:lnTo>
                    <a:pt x="391172" y="266954"/>
                  </a:lnTo>
                  <a:lnTo>
                    <a:pt x="389623" y="266369"/>
                  </a:lnTo>
                  <a:lnTo>
                    <a:pt x="389293" y="266280"/>
                  </a:lnTo>
                  <a:lnTo>
                    <a:pt x="349275" y="251206"/>
                  </a:lnTo>
                  <a:lnTo>
                    <a:pt x="349135" y="251155"/>
                  </a:lnTo>
                  <a:lnTo>
                    <a:pt x="346837" y="250228"/>
                  </a:lnTo>
                  <a:lnTo>
                    <a:pt x="305257" y="233172"/>
                  </a:lnTo>
                  <a:lnTo>
                    <a:pt x="268719" y="216789"/>
                  </a:lnTo>
                  <a:lnTo>
                    <a:pt x="230974" y="198247"/>
                  </a:lnTo>
                  <a:lnTo>
                    <a:pt x="218655" y="191770"/>
                  </a:lnTo>
                  <a:lnTo>
                    <a:pt x="216052" y="190309"/>
                  </a:lnTo>
                  <a:lnTo>
                    <a:pt x="200304" y="181584"/>
                  </a:lnTo>
                  <a:lnTo>
                    <a:pt x="199872" y="181381"/>
                  </a:lnTo>
                  <a:lnTo>
                    <a:pt x="183527" y="171767"/>
                  </a:lnTo>
                  <a:lnTo>
                    <a:pt x="171284" y="164312"/>
                  </a:lnTo>
                  <a:lnTo>
                    <a:pt x="156159" y="154343"/>
                  </a:lnTo>
                  <a:lnTo>
                    <a:pt x="151904" y="151574"/>
                  </a:lnTo>
                  <a:lnTo>
                    <a:pt x="151752" y="151460"/>
                  </a:lnTo>
                  <a:lnTo>
                    <a:pt x="145161" y="146900"/>
                  </a:lnTo>
                  <a:lnTo>
                    <a:pt x="143522" y="145796"/>
                  </a:lnTo>
                  <a:lnTo>
                    <a:pt x="142824" y="145237"/>
                  </a:lnTo>
                  <a:lnTo>
                    <a:pt x="142316" y="144881"/>
                  </a:lnTo>
                  <a:lnTo>
                    <a:pt x="132664" y="137858"/>
                  </a:lnTo>
                  <a:lnTo>
                    <a:pt x="132257" y="137541"/>
                  </a:lnTo>
                  <a:lnTo>
                    <a:pt x="130263" y="135966"/>
                  </a:lnTo>
                  <a:lnTo>
                    <a:pt x="129959" y="135801"/>
                  </a:lnTo>
                  <a:lnTo>
                    <a:pt x="116598" y="125272"/>
                  </a:lnTo>
                  <a:lnTo>
                    <a:pt x="107289" y="117386"/>
                  </a:lnTo>
                  <a:lnTo>
                    <a:pt x="106845" y="116928"/>
                  </a:lnTo>
                  <a:lnTo>
                    <a:pt x="96507" y="107581"/>
                  </a:lnTo>
                  <a:lnTo>
                    <a:pt x="87122" y="98298"/>
                  </a:lnTo>
                  <a:lnTo>
                    <a:pt x="78359" y="88912"/>
                  </a:lnTo>
                  <a:lnTo>
                    <a:pt x="70485" y="79629"/>
                  </a:lnTo>
                  <a:lnTo>
                    <a:pt x="64173" y="71247"/>
                  </a:lnTo>
                  <a:lnTo>
                    <a:pt x="63855" y="70866"/>
                  </a:lnTo>
                  <a:lnTo>
                    <a:pt x="44196" y="34417"/>
                  </a:lnTo>
                  <a:lnTo>
                    <a:pt x="41998" y="27178"/>
                  </a:lnTo>
                  <a:lnTo>
                    <a:pt x="41592" y="25946"/>
                  </a:lnTo>
                  <a:lnTo>
                    <a:pt x="41338" y="24765"/>
                  </a:lnTo>
                  <a:lnTo>
                    <a:pt x="39903" y="18669"/>
                  </a:lnTo>
                  <a:lnTo>
                    <a:pt x="39776" y="18262"/>
                  </a:lnTo>
                  <a:lnTo>
                    <a:pt x="39497" y="16891"/>
                  </a:lnTo>
                  <a:lnTo>
                    <a:pt x="39001" y="12827"/>
                  </a:lnTo>
                  <a:lnTo>
                    <a:pt x="38608" y="10160"/>
                  </a:lnTo>
                  <a:lnTo>
                    <a:pt x="38519" y="8382"/>
                  </a:lnTo>
                  <a:lnTo>
                    <a:pt x="38188" y="1778"/>
                  </a:lnTo>
                  <a:lnTo>
                    <a:pt x="38100" y="0"/>
                  </a:lnTo>
                  <a:lnTo>
                    <a:pt x="0" y="1778"/>
                  </a:lnTo>
                  <a:lnTo>
                    <a:pt x="292" y="8382"/>
                  </a:lnTo>
                  <a:lnTo>
                    <a:pt x="381" y="10160"/>
                  </a:lnTo>
                  <a:lnTo>
                    <a:pt x="508" y="12827"/>
                  </a:lnTo>
                  <a:lnTo>
                    <a:pt x="13335" y="59563"/>
                  </a:lnTo>
                  <a:lnTo>
                    <a:pt x="32893" y="93091"/>
                  </a:lnTo>
                  <a:lnTo>
                    <a:pt x="60071" y="125095"/>
                  </a:lnTo>
                  <a:lnTo>
                    <a:pt x="94107" y="156083"/>
                  </a:lnTo>
                  <a:lnTo>
                    <a:pt x="134620" y="185928"/>
                  </a:lnTo>
                  <a:lnTo>
                    <a:pt x="181229" y="214630"/>
                  </a:lnTo>
                  <a:lnTo>
                    <a:pt x="215633" y="233172"/>
                  </a:lnTo>
                  <a:lnTo>
                    <a:pt x="252349" y="251206"/>
                  </a:lnTo>
                  <a:lnTo>
                    <a:pt x="291592" y="268732"/>
                  </a:lnTo>
                  <a:lnTo>
                    <a:pt x="332867" y="285750"/>
                  </a:lnTo>
                  <a:lnTo>
                    <a:pt x="376301" y="302133"/>
                  </a:lnTo>
                  <a:lnTo>
                    <a:pt x="421894" y="317881"/>
                  </a:lnTo>
                  <a:lnTo>
                    <a:pt x="469138" y="332994"/>
                  </a:lnTo>
                  <a:lnTo>
                    <a:pt x="518287" y="347345"/>
                  </a:lnTo>
                  <a:lnTo>
                    <a:pt x="569087" y="361061"/>
                  </a:lnTo>
                  <a:lnTo>
                    <a:pt x="621411" y="373888"/>
                  </a:lnTo>
                  <a:lnTo>
                    <a:pt x="675259" y="386080"/>
                  </a:lnTo>
                  <a:lnTo>
                    <a:pt x="730250" y="397256"/>
                  </a:lnTo>
                  <a:lnTo>
                    <a:pt x="786511" y="407670"/>
                  </a:lnTo>
                  <a:lnTo>
                    <a:pt x="843915" y="416941"/>
                  </a:lnTo>
                  <a:lnTo>
                    <a:pt x="902081" y="425577"/>
                  </a:lnTo>
                  <a:lnTo>
                    <a:pt x="961263" y="432943"/>
                  </a:lnTo>
                  <a:lnTo>
                    <a:pt x="1021080" y="439420"/>
                  </a:lnTo>
                  <a:lnTo>
                    <a:pt x="1067752" y="443547"/>
                  </a:lnTo>
                  <a:lnTo>
                    <a:pt x="1048893" y="447548"/>
                  </a:lnTo>
                  <a:lnTo>
                    <a:pt x="988187" y="462661"/>
                  </a:lnTo>
                  <a:lnTo>
                    <a:pt x="928243" y="480314"/>
                  </a:lnTo>
                  <a:lnTo>
                    <a:pt x="869061" y="500634"/>
                  </a:lnTo>
                  <a:lnTo>
                    <a:pt x="810895" y="523494"/>
                  </a:lnTo>
                  <a:lnTo>
                    <a:pt x="753618" y="548640"/>
                  </a:lnTo>
                  <a:lnTo>
                    <a:pt x="670179" y="590677"/>
                  </a:lnTo>
                  <a:lnTo>
                    <a:pt x="616077" y="621411"/>
                  </a:lnTo>
                  <a:lnTo>
                    <a:pt x="563308" y="654304"/>
                  </a:lnTo>
                  <a:lnTo>
                    <a:pt x="512445" y="688721"/>
                  </a:lnTo>
                  <a:lnTo>
                    <a:pt x="463042" y="725297"/>
                  </a:lnTo>
                  <a:lnTo>
                    <a:pt x="415671" y="763524"/>
                  </a:lnTo>
                  <a:lnTo>
                    <a:pt x="369951" y="803529"/>
                  </a:lnTo>
                  <a:lnTo>
                    <a:pt x="326390" y="844931"/>
                  </a:lnTo>
                  <a:lnTo>
                    <a:pt x="285115" y="887730"/>
                  </a:lnTo>
                  <a:lnTo>
                    <a:pt x="245999" y="932053"/>
                  </a:lnTo>
                  <a:lnTo>
                    <a:pt x="209156" y="977519"/>
                  </a:lnTo>
                  <a:lnTo>
                    <a:pt x="174993" y="1024128"/>
                  </a:lnTo>
                  <a:lnTo>
                    <a:pt x="143637" y="1071753"/>
                  </a:lnTo>
                  <a:lnTo>
                    <a:pt x="114808" y="1120394"/>
                  </a:lnTo>
                  <a:lnTo>
                    <a:pt x="89027" y="1170051"/>
                  </a:lnTo>
                  <a:lnTo>
                    <a:pt x="66167" y="1220216"/>
                  </a:lnTo>
                  <a:lnTo>
                    <a:pt x="46482" y="1271143"/>
                  </a:lnTo>
                  <a:lnTo>
                    <a:pt x="30099" y="1322832"/>
                  </a:lnTo>
                  <a:lnTo>
                    <a:pt x="17145" y="1374775"/>
                  </a:lnTo>
                  <a:lnTo>
                    <a:pt x="7747" y="1427226"/>
                  </a:lnTo>
                  <a:lnTo>
                    <a:pt x="1905" y="1479804"/>
                  </a:lnTo>
                  <a:lnTo>
                    <a:pt x="0" y="1532382"/>
                  </a:lnTo>
                  <a:lnTo>
                    <a:pt x="38100" y="1533017"/>
                  </a:lnTo>
                  <a:lnTo>
                    <a:pt x="38582" y="1508391"/>
                  </a:lnTo>
                  <a:lnTo>
                    <a:pt x="39903" y="1482991"/>
                  </a:lnTo>
                  <a:lnTo>
                    <a:pt x="40081" y="1480820"/>
                  </a:lnTo>
                  <a:lnTo>
                    <a:pt x="42024" y="1460042"/>
                  </a:lnTo>
                  <a:lnTo>
                    <a:pt x="45377" y="1432953"/>
                  </a:lnTo>
                  <a:lnTo>
                    <a:pt x="45466" y="1432306"/>
                  </a:lnTo>
                  <a:lnTo>
                    <a:pt x="45529" y="1431747"/>
                  </a:lnTo>
                  <a:lnTo>
                    <a:pt x="49415" y="1408061"/>
                  </a:lnTo>
                  <a:lnTo>
                    <a:pt x="49517" y="1407414"/>
                  </a:lnTo>
                  <a:lnTo>
                    <a:pt x="54254" y="1383042"/>
                  </a:lnTo>
                  <a:lnTo>
                    <a:pt x="66319" y="1334693"/>
                  </a:lnTo>
                  <a:lnTo>
                    <a:pt x="82296" y="1284122"/>
                  </a:lnTo>
                  <a:lnTo>
                    <a:pt x="100342" y="1237208"/>
                  </a:lnTo>
                  <a:lnTo>
                    <a:pt x="101155" y="1235316"/>
                  </a:lnTo>
                  <a:lnTo>
                    <a:pt x="101142" y="1235189"/>
                  </a:lnTo>
                  <a:lnTo>
                    <a:pt x="101422" y="1234732"/>
                  </a:lnTo>
                  <a:lnTo>
                    <a:pt x="110617" y="1213497"/>
                  </a:lnTo>
                  <a:lnTo>
                    <a:pt x="122174" y="1188986"/>
                  </a:lnTo>
                  <a:lnTo>
                    <a:pt x="147637" y="1139736"/>
                  </a:lnTo>
                  <a:lnTo>
                    <a:pt x="176174" y="1091565"/>
                  </a:lnTo>
                  <a:lnTo>
                    <a:pt x="206121" y="1046264"/>
                  </a:lnTo>
                  <a:lnTo>
                    <a:pt x="240665" y="999109"/>
                  </a:lnTo>
                  <a:lnTo>
                    <a:pt x="273050" y="959053"/>
                  </a:lnTo>
                  <a:lnTo>
                    <a:pt x="293560" y="935189"/>
                  </a:lnTo>
                  <a:lnTo>
                    <a:pt x="312762" y="913828"/>
                  </a:lnTo>
                  <a:lnTo>
                    <a:pt x="313055" y="913523"/>
                  </a:lnTo>
                  <a:lnTo>
                    <a:pt x="312851" y="913828"/>
                  </a:lnTo>
                  <a:lnTo>
                    <a:pt x="313232" y="913447"/>
                  </a:lnTo>
                  <a:lnTo>
                    <a:pt x="315239" y="911237"/>
                  </a:lnTo>
                  <a:lnTo>
                    <a:pt x="353568" y="871601"/>
                  </a:lnTo>
                  <a:lnTo>
                    <a:pt x="395401" y="831850"/>
                  </a:lnTo>
                  <a:lnTo>
                    <a:pt x="395630" y="831608"/>
                  </a:lnTo>
                  <a:lnTo>
                    <a:pt x="440423" y="792480"/>
                  </a:lnTo>
                  <a:lnTo>
                    <a:pt x="486029" y="755777"/>
                  </a:lnTo>
                  <a:lnTo>
                    <a:pt x="533450" y="720661"/>
                  </a:lnTo>
                  <a:lnTo>
                    <a:pt x="533590" y="720483"/>
                  </a:lnTo>
                  <a:lnTo>
                    <a:pt x="534149" y="720102"/>
                  </a:lnTo>
                  <a:lnTo>
                    <a:pt x="534784" y="719594"/>
                  </a:lnTo>
                  <a:lnTo>
                    <a:pt x="584365" y="686054"/>
                  </a:lnTo>
                  <a:lnTo>
                    <a:pt x="635863" y="653897"/>
                  </a:lnTo>
                  <a:lnTo>
                    <a:pt x="688136" y="624268"/>
                  </a:lnTo>
                  <a:lnTo>
                    <a:pt x="688441" y="624116"/>
                  </a:lnTo>
                  <a:lnTo>
                    <a:pt x="688213" y="624268"/>
                  </a:lnTo>
                  <a:lnTo>
                    <a:pt x="688695" y="624027"/>
                  </a:lnTo>
                  <a:lnTo>
                    <a:pt x="689914" y="623328"/>
                  </a:lnTo>
                  <a:lnTo>
                    <a:pt x="690041" y="623265"/>
                  </a:lnTo>
                  <a:lnTo>
                    <a:pt x="740625" y="597141"/>
                  </a:lnTo>
                  <a:lnTo>
                    <a:pt x="742086" y="596468"/>
                  </a:lnTo>
                  <a:lnTo>
                    <a:pt x="742530" y="596226"/>
                  </a:lnTo>
                  <a:lnTo>
                    <a:pt x="741946" y="596468"/>
                  </a:lnTo>
                  <a:lnTo>
                    <a:pt x="742530" y="596226"/>
                  </a:lnTo>
                  <a:lnTo>
                    <a:pt x="769112" y="583488"/>
                  </a:lnTo>
                  <a:lnTo>
                    <a:pt x="799338" y="569874"/>
                  </a:lnTo>
                  <a:lnTo>
                    <a:pt x="826630" y="558177"/>
                  </a:lnTo>
                  <a:lnTo>
                    <a:pt x="854760" y="546912"/>
                  </a:lnTo>
                  <a:lnTo>
                    <a:pt x="877722" y="538111"/>
                  </a:lnTo>
                  <a:lnTo>
                    <a:pt x="881951" y="536600"/>
                  </a:lnTo>
                  <a:lnTo>
                    <a:pt x="939673" y="516636"/>
                  </a:lnTo>
                  <a:lnTo>
                    <a:pt x="996886" y="499783"/>
                  </a:lnTo>
                  <a:lnTo>
                    <a:pt x="1056462" y="484873"/>
                  </a:lnTo>
                  <a:lnTo>
                    <a:pt x="1056919" y="484873"/>
                  </a:lnTo>
                  <a:lnTo>
                    <a:pt x="1061796" y="483755"/>
                  </a:lnTo>
                  <a:lnTo>
                    <a:pt x="1115047" y="473163"/>
                  </a:lnTo>
                  <a:lnTo>
                    <a:pt x="1145984" y="468058"/>
                  </a:lnTo>
                  <a:lnTo>
                    <a:pt x="1146302" y="468058"/>
                  </a:lnTo>
                  <a:lnTo>
                    <a:pt x="1148524" y="467702"/>
                  </a:lnTo>
                  <a:lnTo>
                    <a:pt x="1172425" y="464388"/>
                  </a:lnTo>
                  <a:lnTo>
                    <a:pt x="1176235" y="463943"/>
                  </a:lnTo>
                  <a:lnTo>
                    <a:pt x="1205242" y="460502"/>
                  </a:lnTo>
                  <a:lnTo>
                    <a:pt x="1202588" y="460502"/>
                  </a:lnTo>
                  <a:lnTo>
                    <a:pt x="1212176" y="460057"/>
                  </a:lnTo>
                  <a:lnTo>
                    <a:pt x="1211580" y="490474"/>
                  </a:lnTo>
                  <a:lnTo>
                    <a:pt x="1215199" y="488759"/>
                  </a:lnTo>
                  <a:lnTo>
                    <a:pt x="1215644" y="497713"/>
                  </a:lnTo>
                  <a:lnTo>
                    <a:pt x="1322565" y="437603"/>
                  </a:lnTo>
                  <a:lnTo>
                    <a:pt x="1327023" y="435483"/>
                  </a:lnTo>
                  <a:lnTo>
                    <a:pt x="1326667" y="435305"/>
                  </a:lnTo>
                  <a:lnTo>
                    <a:pt x="1327023" y="435102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44596" y="1277111"/>
              <a:ext cx="826007" cy="82753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070604" y="1647824"/>
              <a:ext cx="1366520" cy="76200"/>
            </a:xfrm>
            <a:custGeom>
              <a:avLst/>
              <a:gdLst/>
              <a:ahLst/>
              <a:cxnLst/>
              <a:rect l="l" t="t" r="r" b="b"/>
              <a:pathLst>
                <a:path w="1366520" h="76200">
                  <a:moveTo>
                    <a:pt x="1290066" y="0"/>
                  </a:moveTo>
                  <a:lnTo>
                    <a:pt x="1290171" y="31677"/>
                  </a:lnTo>
                  <a:lnTo>
                    <a:pt x="1290213" y="44377"/>
                  </a:lnTo>
                  <a:lnTo>
                    <a:pt x="1290320" y="76200"/>
                  </a:lnTo>
                  <a:lnTo>
                    <a:pt x="1353230" y="44377"/>
                  </a:lnTo>
                  <a:lnTo>
                    <a:pt x="1302893" y="44377"/>
                  </a:lnTo>
                  <a:lnTo>
                    <a:pt x="1302893" y="31677"/>
                  </a:lnTo>
                  <a:lnTo>
                    <a:pt x="1354167" y="31677"/>
                  </a:lnTo>
                  <a:lnTo>
                    <a:pt x="1290066" y="0"/>
                  </a:lnTo>
                  <a:close/>
                </a:path>
                <a:path w="1366520" h="76200">
                  <a:moveTo>
                    <a:pt x="1290171" y="31677"/>
                  </a:moveTo>
                  <a:lnTo>
                    <a:pt x="0" y="37211"/>
                  </a:lnTo>
                  <a:lnTo>
                    <a:pt x="0" y="49911"/>
                  </a:lnTo>
                  <a:lnTo>
                    <a:pt x="1290213" y="44377"/>
                  </a:lnTo>
                  <a:lnTo>
                    <a:pt x="1290171" y="31677"/>
                  </a:lnTo>
                  <a:close/>
                </a:path>
                <a:path w="1366520" h="76200">
                  <a:moveTo>
                    <a:pt x="1354167" y="31677"/>
                  </a:moveTo>
                  <a:lnTo>
                    <a:pt x="1302893" y="31677"/>
                  </a:lnTo>
                  <a:lnTo>
                    <a:pt x="1302893" y="44377"/>
                  </a:lnTo>
                  <a:lnTo>
                    <a:pt x="1353230" y="44377"/>
                  </a:lnTo>
                  <a:lnTo>
                    <a:pt x="1366393" y="37719"/>
                  </a:lnTo>
                  <a:lnTo>
                    <a:pt x="1354167" y="31677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37632" y="1264919"/>
              <a:ext cx="839724" cy="83972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818632" y="2104644"/>
              <a:ext cx="76200" cy="728980"/>
            </a:xfrm>
            <a:custGeom>
              <a:avLst/>
              <a:gdLst/>
              <a:ahLst/>
              <a:cxnLst/>
              <a:rect l="l" t="t" r="r" b="b"/>
              <a:pathLst>
                <a:path w="76200" h="728980">
                  <a:moveTo>
                    <a:pt x="31750" y="652652"/>
                  </a:moveTo>
                  <a:lnTo>
                    <a:pt x="0" y="652652"/>
                  </a:lnTo>
                  <a:lnTo>
                    <a:pt x="38100" y="728852"/>
                  </a:lnTo>
                  <a:lnTo>
                    <a:pt x="69850" y="665352"/>
                  </a:lnTo>
                  <a:lnTo>
                    <a:pt x="31750" y="665352"/>
                  </a:lnTo>
                  <a:lnTo>
                    <a:pt x="31750" y="652652"/>
                  </a:lnTo>
                  <a:close/>
                </a:path>
                <a:path w="76200" h="728980">
                  <a:moveTo>
                    <a:pt x="44450" y="0"/>
                  </a:moveTo>
                  <a:lnTo>
                    <a:pt x="31750" y="0"/>
                  </a:lnTo>
                  <a:lnTo>
                    <a:pt x="31750" y="665352"/>
                  </a:lnTo>
                  <a:lnTo>
                    <a:pt x="44450" y="665352"/>
                  </a:lnTo>
                  <a:lnTo>
                    <a:pt x="44450" y="0"/>
                  </a:lnTo>
                  <a:close/>
                </a:path>
                <a:path w="76200" h="728980">
                  <a:moveTo>
                    <a:pt x="76200" y="652652"/>
                  </a:moveTo>
                  <a:lnTo>
                    <a:pt x="44450" y="652652"/>
                  </a:lnTo>
                  <a:lnTo>
                    <a:pt x="44450" y="665352"/>
                  </a:lnTo>
                  <a:lnTo>
                    <a:pt x="69850" y="665352"/>
                  </a:lnTo>
                  <a:lnTo>
                    <a:pt x="76200" y="652652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11880" y="3361943"/>
              <a:ext cx="225551" cy="225551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764" y="3073907"/>
            <a:ext cx="827532" cy="827532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000115" y="2318384"/>
            <a:ext cx="24745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60" dirty="0">
                <a:latin typeface="Tahoma"/>
                <a:cs typeface="Tahoma"/>
              </a:rPr>
              <a:t>Combine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with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latent</a:t>
            </a:r>
            <a:r>
              <a:rPr sz="1050" spc="-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at</a:t>
            </a:r>
            <a:r>
              <a:rPr sz="1050" spc="-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current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time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step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314176" y="3073907"/>
            <a:ext cx="832103" cy="832103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4411217" y="1478991"/>
            <a:ext cx="65595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100" dirty="0">
                <a:latin typeface="Tahoma"/>
                <a:cs typeface="Tahoma"/>
              </a:rPr>
              <a:t>Add</a:t>
            </a:r>
            <a:r>
              <a:rPr sz="1050" spc="-6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noise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5" name="Date Placeholder 44">
            <a:extLst>
              <a:ext uri="{FF2B5EF4-FFF2-40B4-BE49-F238E27FC236}">
                <a16:creationId xmlns:a16="http://schemas.microsoft.com/office/drawing/2014/main" id="{CD3B99ED-0FF1-0267-6181-E86858C13B4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8EBAC68-5B3E-4DE1-97B8-B8AE0CA67795}" type="datetime1">
              <a:rPr lang="en-IN" smtClean="0"/>
              <a:t>17-10-2025</a:t>
            </a:fld>
            <a:endParaRPr lang="en-US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9708AEC5-2442-ED75-745A-6E7E78B5E80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720BBAB6-DCA4-9AB2-68CA-164004883D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Layer</a:t>
            </a:r>
            <a:r>
              <a:rPr spc="-40" dirty="0"/>
              <a:t> </a:t>
            </a:r>
            <a:r>
              <a:rPr spc="-175" dirty="0"/>
              <a:t>Normalization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722" y="2878340"/>
            <a:ext cx="1059180" cy="362102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28547" y="2875152"/>
          <a:ext cx="1059180" cy="3618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75" spc="-37" baseline="-21367" dirty="0">
                          <a:latin typeface="Tahoma"/>
                          <a:cs typeface="Tahoma"/>
                        </a:rPr>
                        <a:t>1</a:t>
                      </a:r>
                      <a:endParaRPr sz="975" baseline="-21367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75" spc="-37" baseline="-21367" dirty="0">
                          <a:latin typeface="Tahoma"/>
                          <a:cs typeface="Tahoma"/>
                        </a:rPr>
                        <a:t>2</a:t>
                      </a:r>
                      <a:endParaRPr sz="975" baseline="-21367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975" spc="-37" baseline="-21367" dirty="0">
                          <a:latin typeface="Tahoma"/>
                          <a:cs typeface="Tahoma"/>
                        </a:rPr>
                        <a:t>3</a:t>
                      </a:r>
                      <a:endParaRPr sz="975" baseline="-21367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81152" y="4349934"/>
            <a:ext cx="670560" cy="69405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570"/>
              </a:spcBef>
            </a:pPr>
            <a:r>
              <a:rPr sz="1800" b="1" dirty="0">
                <a:latin typeface="Tahoma"/>
                <a:cs typeface="Tahoma"/>
              </a:rPr>
              <a:t>X</a:t>
            </a:r>
            <a:r>
              <a:rPr sz="1800" b="1" spc="-6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=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800" spc="-40" dirty="0">
                <a:latin typeface="Tahoma"/>
                <a:cs typeface="Tahoma"/>
              </a:rPr>
              <a:t>(10,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3)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8723" y="2985007"/>
            <a:ext cx="389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Item</a:t>
            </a:r>
            <a:r>
              <a:rPr sz="1000" spc="-50" dirty="0">
                <a:latin typeface="Tahoma"/>
                <a:cs typeface="Tahoma"/>
              </a:rPr>
              <a:t> 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435" y="3333369"/>
            <a:ext cx="389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Item</a:t>
            </a:r>
            <a:r>
              <a:rPr sz="1000" spc="-50" dirty="0">
                <a:latin typeface="Tahoma"/>
                <a:cs typeface="Tahoma"/>
              </a:rPr>
              <a:t> 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435" y="3715003"/>
            <a:ext cx="389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Item</a:t>
            </a:r>
            <a:r>
              <a:rPr sz="1000" spc="-50" dirty="0">
                <a:latin typeface="Tahoma"/>
                <a:cs typeface="Tahoma"/>
              </a:rPr>
              <a:t> 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842" y="6274714"/>
            <a:ext cx="4635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Item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7546" y="2597911"/>
            <a:ext cx="859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4650" algn="l"/>
                <a:tab pos="737235" algn="l"/>
              </a:tabLst>
            </a:pPr>
            <a:r>
              <a:rPr sz="1000" spc="-25" dirty="0">
                <a:latin typeface="Tahoma"/>
                <a:cs typeface="Tahoma"/>
              </a:rPr>
              <a:t>f1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25" dirty="0">
                <a:latin typeface="Tahoma"/>
                <a:cs typeface="Tahoma"/>
              </a:rPr>
              <a:t>f2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25" dirty="0">
                <a:latin typeface="Tahoma"/>
                <a:cs typeface="Tahoma"/>
              </a:rPr>
              <a:t>f3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1954" y="2878340"/>
            <a:ext cx="740664" cy="3628644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938779" y="2875152"/>
          <a:ext cx="740410" cy="3626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spc="-25" dirty="0">
                          <a:latin typeface="Cambria Math"/>
                          <a:cs typeface="Cambria Math"/>
                        </a:rPr>
                        <a:t>𝜇</a:t>
                      </a:r>
                      <a:r>
                        <a:rPr sz="975" spc="-37" baseline="-21367" dirty="0">
                          <a:latin typeface="Tahoma"/>
                          <a:cs typeface="Tahoma"/>
                        </a:rPr>
                        <a:t>1</a:t>
                      </a:r>
                      <a:endParaRPr sz="975" baseline="-21367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sz="1500" spc="-37" baseline="-19444" dirty="0">
                          <a:latin typeface="Cambria Math"/>
                          <a:cs typeface="Cambria Math"/>
                        </a:rPr>
                        <a:t>𝜎</a:t>
                      </a:r>
                      <a:r>
                        <a:rPr sz="700" spc="-25" dirty="0">
                          <a:latin typeface="Cambria Math"/>
                          <a:cs typeface="Cambria Math"/>
                        </a:rPr>
                        <a:t>2</a:t>
                      </a:r>
                      <a:endParaRPr sz="700">
                        <a:latin typeface="Cambria Math"/>
                        <a:cs typeface="Cambria Math"/>
                      </a:endParaRPr>
                    </a:p>
                    <a:p>
                      <a:pPr marL="38100" algn="ctr">
                        <a:lnSpc>
                          <a:spcPts val="690"/>
                        </a:lnSpc>
                      </a:pPr>
                      <a:r>
                        <a:rPr sz="7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7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3051429" y="2513203"/>
            <a:ext cx="15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𝜇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2734" y="2450338"/>
            <a:ext cx="321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67" baseline="-20061" dirty="0">
                <a:latin typeface="Cambria Math"/>
                <a:cs typeface="Cambria Math"/>
              </a:rPr>
              <a:t>𝜎</a:t>
            </a:r>
            <a:r>
              <a:rPr sz="1300" spc="45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5865" y="2878340"/>
            <a:ext cx="1059180" cy="3621024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782690" y="2875152"/>
          <a:ext cx="1059180" cy="3618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93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a'</a:t>
                      </a:r>
                      <a:r>
                        <a:rPr sz="975" spc="-37" baseline="-21367" dirty="0">
                          <a:latin typeface="Tahoma"/>
                          <a:cs typeface="Tahoma"/>
                        </a:rPr>
                        <a:t>1</a:t>
                      </a:r>
                      <a:endParaRPr sz="975" baseline="-21367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a'</a:t>
                      </a:r>
                      <a:r>
                        <a:rPr sz="975" spc="-37" baseline="-21367" dirty="0">
                          <a:latin typeface="Tahoma"/>
                          <a:cs typeface="Tahoma"/>
                        </a:rPr>
                        <a:t>2</a:t>
                      </a:r>
                      <a:endParaRPr sz="975" baseline="-21367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a'</a:t>
                      </a:r>
                      <a:r>
                        <a:rPr sz="975" spc="-37" baseline="-21367" dirty="0">
                          <a:latin typeface="Tahoma"/>
                          <a:cs typeface="Tahoma"/>
                        </a:rPr>
                        <a:t>3</a:t>
                      </a:r>
                      <a:endParaRPr sz="975" baseline="-21367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4684014" y="4409643"/>
            <a:ext cx="462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X’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spc="-60" dirty="0">
                <a:latin typeface="Tahoma"/>
                <a:cs typeface="Tahoma"/>
              </a:rPr>
              <a:t>=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13679" y="2985007"/>
            <a:ext cx="389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Item</a:t>
            </a:r>
            <a:r>
              <a:rPr sz="1000" spc="-50" dirty="0">
                <a:latin typeface="Tahoma"/>
                <a:cs typeface="Tahoma"/>
              </a:rPr>
              <a:t> 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95138" y="3333369"/>
            <a:ext cx="389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Item</a:t>
            </a:r>
            <a:r>
              <a:rPr sz="1000" spc="-50" dirty="0">
                <a:latin typeface="Tahoma"/>
                <a:cs typeface="Tahoma"/>
              </a:rPr>
              <a:t> 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95138" y="3715003"/>
            <a:ext cx="389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Item</a:t>
            </a:r>
            <a:r>
              <a:rPr sz="1000" spc="-50" dirty="0">
                <a:latin typeface="Tahoma"/>
                <a:cs typeface="Tahoma"/>
              </a:rPr>
              <a:t> 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76850" y="6274714"/>
            <a:ext cx="4635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Item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02197" y="2597911"/>
            <a:ext cx="859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4650" algn="l"/>
                <a:tab pos="737235" algn="l"/>
              </a:tabLst>
            </a:pPr>
            <a:r>
              <a:rPr sz="1000" spc="-25" dirty="0">
                <a:latin typeface="Tahoma"/>
                <a:cs typeface="Tahoma"/>
              </a:rPr>
              <a:t>f1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25" dirty="0">
                <a:latin typeface="Tahoma"/>
                <a:cs typeface="Tahoma"/>
              </a:rPr>
              <a:t>f2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25" dirty="0">
                <a:latin typeface="Tahoma"/>
                <a:cs typeface="Tahoma"/>
              </a:rPr>
              <a:t>f3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74406" y="3631438"/>
            <a:ext cx="386334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4785" algn="l"/>
              </a:tabLst>
            </a:pPr>
            <a:r>
              <a:rPr sz="1000" dirty="0">
                <a:latin typeface="Tahoma"/>
                <a:cs typeface="Tahoma"/>
              </a:rPr>
              <a:t>Each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item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updated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its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normalized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value,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which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will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turn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it </a:t>
            </a:r>
            <a:r>
              <a:rPr sz="1000" dirty="0">
                <a:latin typeface="Tahoma"/>
                <a:cs typeface="Tahoma"/>
              </a:rPr>
              <a:t>into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 normal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distribution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0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mean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variance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1.</a:t>
            </a:r>
            <a:endParaRPr sz="1000">
              <a:latin typeface="Tahoma"/>
              <a:cs typeface="Tahoma"/>
            </a:endParaRPr>
          </a:p>
          <a:p>
            <a:pPr marL="184785" marR="85090" indent="-172720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two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parameters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b="1" spc="-30" dirty="0">
                <a:latin typeface="Tahoma"/>
                <a:cs typeface="Tahoma"/>
              </a:rPr>
              <a:t>gamma</a:t>
            </a:r>
            <a:r>
              <a:rPr sz="1000" b="1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beta</a:t>
            </a:r>
            <a:r>
              <a:rPr sz="1000" b="1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are </a:t>
            </a:r>
            <a:r>
              <a:rPr sz="1000" spc="-10" dirty="0">
                <a:latin typeface="Tahoma"/>
                <a:cs typeface="Tahoma"/>
              </a:rPr>
              <a:t>learnable </a:t>
            </a:r>
            <a:r>
              <a:rPr sz="1000" dirty="0">
                <a:latin typeface="Tahoma"/>
                <a:cs typeface="Tahoma"/>
              </a:rPr>
              <a:t>parameters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allow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model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“amplify”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scale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each </a:t>
            </a:r>
            <a:r>
              <a:rPr sz="1000" dirty="0">
                <a:latin typeface="Tahoma"/>
                <a:cs typeface="Tahoma"/>
              </a:rPr>
              <a:t>feature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or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apply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a</a:t>
            </a:r>
            <a:r>
              <a:rPr sz="1000" dirty="0">
                <a:latin typeface="Tahoma"/>
                <a:cs typeface="Tahoma"/>
              </a:rPr>
              <a:t> translation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to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the </a:t>
            </a:r>
            <a:r>
              <a:rPr sz="1000" dirty="0">
                <a:latin typeface="Tahoma"/>
                <a:cs typeface="Tahoma"/>
              </a:rPr>
              <a:t>feature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according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to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 </a:t>
            </a:r>
            <a:r>
              <a:rPr sz="1000" dirty="0">
                <a:latin typeface="Tahoma"/>
                <a:cs typeface="Tahoma"/>
              </a:rPr>
              <a:t>needs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loss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function.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3911" y="2723288"/>
            <a:ext cx="2000696" cy="469591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574406" y="5069840"/>
            <a:ext cx="3463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With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batch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normalization</a:t>
            </a:r>
            <a:r>
              <a:rPr sz="1800" spc="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we </a:t>
            </a:r>
            <a:r>
              <a:rPr sz="1800" dirty="0">
                <a:latin typeface="Tahoma"/>
                <a:cs typeface="Tahoma"/>
              </a:rPr>
              <a:t>normalize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by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b="1" spc="-45" dirty="0">
                <a:latin typeface="Tahoma"/>
                <a:cs typeface="Tahoma"/>
              </a:rPr>
              <a:t>columns</a:t>
            </a:r>
            <a:r>
              <a:rPr sz="1800" b="1" spc="50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(features)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74406" y="5892800"/>
            <a:ext cx="33293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With</a:t>
            </a:r>
            <a:r>
              <a:rPr sz="1800" spc="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layer</a:t>
            </a:r>
            <a:r>
              <a:rPr sz="1800" spc="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normalization</a:t>
            </a:r>
            <a:r>
              <a:rPr sz="1800" spc="10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we </a:t>
            </a:r>
            <a:r>
              <a:rPr sz="1800" dirty="0">
                <a:latin typeface="Tahoma"/>
                <a:cs typeface="Tahoma"/>
              </a:rPr>
              <a:t>normalize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by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b="1" spc="-60" dirty="0">
                <a:latin typeface="Tahoma"/>
                <a:cs typeface="Tahoma"/>
              </a:rPr>
              <a:t>rows</a:t>
            </a:r>
            <a:r>
              <a:rPr sz="1800" b="1" spc="25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(data</a:t>
            </a:r>
            <a:r>
              <a:rPr sz="1800" b="1" spc="5" dirty="0">
                <a:latin typeface="Tahoma"/>
                <a:cs typeface="Tahoma"/>
              </a:rPr>
              <a:t> </a:t>
            </a:r>
            <a:r>
              <a:rPr sz="1800" b="1" spc="-60" dirty="0">
                <a:latin typeface="Tahoma"/>
                <a:cs typeface="Tahoma"/>
              </a:rPr>
              <a:t>items)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2A4B6578-07CC-9A5B-B795-17FB979D06B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9FCB40C-FC6E-4595-BB4E-97FAD6CF3244}" type="datetime1">
              <a:rPr lang="en-IN" smtClean="0"/>
              <a:t>17-10-2025</a:t>
            </a:fld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8077DC90-FCAA-3B44-F6C7-6E740A0929C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A1EEE944-398F-0FD3-4F54-2B4F191B44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Group</a:t>
            </a:r>
            <a:r>
              <a:rPr spc="-135" dirty="0"/>
              <a:t> </a:t>
            </a:r>
            <a:r>
              <a:rPr spc="-175" dirty="0"/>
              <a:t>Normalization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569" y="2073281"/>
            <a:ext cx="10634242" cy="277640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54CAE-3552-3629-304D-DD4E129BFDD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42FB425-4FD9-4346-93C9-7BA7196C09AF}" type="datetime1">
              <a:rPr lang="en-IN" smtClean="0"/>
              <a:t>17-10-2025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84845-2EF5-0EB7-279B-730C09950B8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IIITU-HP-India-Review-2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2A82B-11B8-6E5B-B91F-ED55C72521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7F2113-F93B-4024-88A4-0A7FA843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340" y="2074783"/>
            <a:ext cx="6487736" cy="1354217"/>
          </a:xfrm>
        </p:spPr>
        <p:txBody>
          <a:bodyPr/>
          <a:lstStyle/>
          <a:p>
            <a:pPr algn="ctr"/>
            <a:r>
              <a:rPr lang="en-US" dirty="0"/>
              <a:t>Thanks!</a:t>
            </a:r>
            <a:br>
              <a:rPr lang="en-US" dirty="0"/>
            </a:br>
            <a:r>
              <a:rPr lang="en-US" dirty="0"/>
              <a:t>Questions and Answers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3437D-562B-4C97-9C04-B2DF6430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90458C-812A-46E0-B25D-7EE168EB66B3}" type="datetime1">
              <a:rPr lang="en-IN" smtClean="0"/>
              <a:t>17-10-2025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5A38F-EAD2-4209-B754-1D58C5F1D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IIITU-HP-India-Review-2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5EE90-8305-43F5-9884-674982BA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4903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6EA003-ED41-46D8-B4B7-82D37B4645E4}" type="slidenum">
              <a:rPr lang="en-IN" smtClean="0"/>
              <a:pPr/>
              <a:t>29</a:t>
            </a:fld>
            <a:endParaRPr lang="en-IN" dirty="0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0142E825-40EA-4A9B-9C0F-6BC97631617D}"/>
              </a:ext>
            </a:extLst>
          </p:cNvPr>
          <p:cNvSpPr txBox="1">
            <a:spLocks/>
          </p:cNvSpPr>
          <p:nvPr/>
        </p:nvSpPr>
        <p:spPr>
          <a:xfrm>
            <a:off x="2954308" y="4267200"/>
            <a:ext cx="6019800" cy="289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A3838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IN" sz="2400" dirty="0">
                <a:solidFill>
                  <a:schemeClr val="tx1"/>
                </a:solidFill>
              </a:rPr>
              <a:t>Kush Gupta (23134)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      Kavin Moudgil (23329)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    Mirat Parmar (23345)</a:t>
            </a:r>
          </a:p>
          <a:p>
            <a:pPr algn="ctr"/>
            <a:endParaRPr lang="en-IN" sz="2400" dirty="0">
              <a:solidFill>
                <a:schemeClr val="tx1"/>
              </a:solidFill>
            </a:endParaRPr>
          </a:p>
          <a:p>
            <a:pPr algn="ctr"/>
            <a:endParaRPr lang="en-IN" sz="2400" dirty="0">
              <a:solidFill>
                <a:schemeClr val="tx1"/>
              </a:solidFill>
            </a:endParaRPr>
          </a:p>
          <a:p>
            <a:pPr algn="ctr"/>
            <a:r>
              <a:rPr lang="en-IN" sz="2400" kern="0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IN" i="1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137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40CB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</TotalTime>
  <Words>1548</Words>
  <Application>Microsoft Office PowerPoint</Application>
  <PresentationFormat>Widescreen</PresentationFormat>
  <Paragraphs>381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Arial MT</vt:lpstr>
      <vt:lpstr>Calibri</vt:lpstr>
      <vt:lpstr>Cambria Math</vt:lpstr>
      <vt:lpstr>Tahoma</vt:lpstr>
      <vt:lpstr>Times New Roman</vt:lpstr>
      <vt:lpstr>Verdana</vt:lpstr>
      <vt:lpstr>Office Theme</vt:lpstr>
      <vt:lpstr>Indian Institute of Information Technology Una</vt:lpstr>
      <vt:lpstr>Outline </vt:lpstr>
      <vt:lpstr>What is Stable Diffusion?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Reverse process: Neural network</vt:lpstr>
      <vt:lpstr>PowerPoint Presentation</vt:lpstr>
      <vt:lpstr>PowerPoint Presentation</vt:lpstr>
      <vt:lpstr>U-Net</vt:lpstr>
      <vt:lpstr>How to generate new data?</vt:lpstr>
      <vt:lpstr>How to condition the reverse process?</vt:lpstr>
      <vt:lpstr>Classifier Free Guidance (Training)</vt:lpstr>
      <vt:lpstr>Classifier Free Guidance (Inference)</vt:lpstr>
      <vt:lpstr>Classifier Free Guidance (Combine output)</vt:lpstr>
      <vt:lpstr>CLIP (Contrastive Language–Image Pre-training)</vt:lpstr>
      <vt:lpstr>Performing many steps on big images is slow</vt:lpstr>
      <vt:lpstr>Latent Diffusion Model</vt:lpstr>
      <vt:lpstr>What is an Autoencoder?</vt:lpstr>
      <vt:lpstr>What’s the problem with Autoencoders?</vt:lpstr>
      <vt:lpstr>Introducing the Variational Autoencoder</vt:lpstr>
      <vt:lpstr>Architecture (Text-To-Image)</vt:lpstr>
      <vt:lpstr>Architecture (Image-To-Image)</vt:lpstr>
      <vt:lpstr>Architecture (In-Painting): how to fool models</vt:lpstr>
      <vt:lpstr>Layer Normalization</vt:lpstr>
      <vt:lpstr>Group Normalization</vt:lpstr>
      <vt:lpstr>Thanks! Questions and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Transformers from scratch</dc:title>
  <dc:creator>Umar</dc:creator>
  <cp:lastModifiedBy>Kush Gupta</cp:lastModifiedBy>
  <cp:revision>4</cp:revision>
  <dcterms:created xsi:type="dcterms:W3CDTF">2025-09-11T09:31:09Z</dcterms:created>
  <dcterms:modified xsi:type="dcterms:W3CDTF">2025-10-16T21:19:25Z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2025-09-11T00:00:00Z</vt:filetime>
  </property>
  <property fmtid="{D5CDD505-2E9C-101B-9397-08002B2CF9AE}" pid="5" name="Producer">
    <vt:lpwstr>Microsoft® PowerPoint® for Microsoft 365</vt:lpwstr>
  </property>
</Properties>
</file>